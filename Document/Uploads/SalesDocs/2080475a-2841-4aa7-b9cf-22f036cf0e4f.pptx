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Bold" charset="1" panose="00000800000000000000"/>
      <p:regular r:id="rId21"/>
    </p:embeddedFont>
    <p:embeddedFont>
      <p:font typeface="Public Sans 1 Bold" charset="1" panose="00000000000000000000"/>
      <p:regular r:id="rId22"/>
    </p:embeddedFont>
    <p:embeddedFont>
      <p:font typeface="Public Sans 2" charset="1" panose="00000000000000000000"/>
      <p:regular r:id="rId23"/>
    </p:embeddedFont>
    <p:embeddedFont>
      <p:font typeface="Public Sans 2 Bold" charset="1" panose="00000000000000000000"/>
      <p:regular r:id="rId24"/>
    </p:embeddedFont>
    <p:embeddedFont>
      <p:font typeface="Barlow 1 Bold" charset="1" panose="00000800000000000000"/>
      <p:regular r:id="rId25"/>
    </p:embeddedFont>
    <p:embeddedFont>
      <p:font typeface="Public Sans 1" charset="1" panose="00000000000000000000"/>
      <p:regular r:id="rId26"/>
    </p:embeddedFont>
    <p:embeddedFont>
      <p:font typeface="Gabriel Sans Bold" charset="1" panose="02000000000000000000"/>
      <p:regular r:id="rId27"/>
    </p:embeddedFont>
    <p:embeddedFont>
      <p:font typeface="Gabriel Sans Condensed" charset="1" panose="02000000000000000000"/>
      <p:regular r:id="rId28"/>
    </p:embeddedFont>
    <p:embeddedFont>
      <p:font typeface="Helios" charset="1" panose="020B05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jpe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jpe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media/image31.png" Type="http://schemas.openxmlformats.org/officeDocument/2006/relationships/image"/><Relationship Id="rId16" Target="../media/image32.svg" Type="http://schemas.openxmlformats.org/officeDocument/2006/relationships/image"/><Relationship Id="rId17" Target="../media/image33.png" Type="http://schemas.openxmlformats.org/officeDocument/2006/relationships/image"/><Relationship Id="rId18" Target="../media/image34.svg" Type="http://schemas.openxmlformats.org/officeDocument/2006/relationships/image"/><Relationship Id="rId19" Target="../media/image2.png" Type="http://schemas.openxmlformats.org/officeDocument/2006/relationships/image"/><Relationship Id="rId2" Target="../media/image21.jpeg" Type="http://schemas.openxmlformats.org/officeDocument/2006/relationships/image"/><Relationship Id="rId20" Target="../media/image3.svg" Type="http://schemas.openxmlformats.org/officeDocument/2006/relationships/image"/><Relationship Id="rId21" Target="../media/image35.png" Type="http://schemas.openxmlformats.org/officeDocument/2006/relationships/image"/><Relationship Id="rId22" Target="../media/image36.svg" Type="http://schemas.openxmlformats.org/officeDocument/2006/relationships/image"/><Relationship Id="rId23" Target="../media/image18.png" Type="http://schemas.openxmlformats.org/officeDocument/2006/relationships/image"/><Relationship Id="rId24" Target="../media/image19.svg" Type="http://schemas.openxmlformats.org/officeDocument/2006/relationships/image"/><Relationship Id="rId25" Target="../media/image37.png" Type="http://schemas.openxmlformats.org/officeDocument/2006/relationships/image"/><Relationship Id="rId26" Target="../media/image38.svg" Type="http://schemas.openxmlformats.org/officeDocument/2006/relationships/image"/><Relationship Id="rId27" Target="../media/image39.png" Type="http://schemas.openxmlformats.org/officeDocument/2006/relationships/image"/><Relationship Id="rId28" Target="../media/image40.sv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13" Target="../media/image2.png" Type="http://schemas.openxmlformats.org/officeDocument/2006/relationships/image"/><Relationship Id="rId14" Target="../media/image3.svg" Type="http://schemas.openxmlformats.org/officeDocument/2006/relationships/image"/><Relationship Id="rId15" Target="../media/image46.png" Type="http://schemas.openxmlformats.org/officeDocument/2006/relationships/image"/><Relationship Id="rId16" Target="../media/image47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48.png" Type="http://schemas.openxmlformats.org/officeDocument/2006/relationships/image"/><Relationship Id="rId2" Target="../media/image1.jpeg" Type="http://schemas.openxmlformats.org/officeDocument/2006/relationships/image"/><Relationship Id="rId20" Target="../media/image49.svg" Type="http://schemas.openxmlformats.org/officeDocument/2006/relationships/image"/><Relationship Id="rId21" Target="../media/image50.png" Type="http://schemas.openxmlformats.org/officeDocument/2006/relationships/image"/><Relationship Id="rId22" Target="../media/image51.svg" Type="http://schemas.openxmlformats.org/officeDocument/2006/relationships/image"/><Relationship Id="rId23" Target="../media/image52.png" Type="http://schemas.openxmlformats.org/officeDocument/2006/relationships/image"/><Relationship Id="rId24" Target="../media/image53.svg" Type="http://schemas.openxmlformats.org/officeDocument/2006/relationships/image"/><Relationship Id="rId25" Target="../media/image54.png" Type="http://schemas.openxmlformats.org/officeDocument/2006/relationships/image"/><Relationship Id="rId26" Target="../media/image55.svg" Type="http://schemas.openxmlformats.org/officeDocument/2006/relationships/image"/><Relationship Id="rId27" Target="../media/image56.png" Type="http://schemas.openxmlformats.org/officeDocument/2006/relationships/image"/><Relationship Id="rId28" Target="../media/image57.svg" Type="http://schemas.openxmlformats.org/officeDocument/2006/relationships/image"/><Relationship Id="rId29" Target="../media/image58.png" Type="http://schemas.openxmlformats.org/officeDocument/2006/relationships/image"/><Relationship Id="rId3" Target="../media/image31.png" Type="http://schemas.openxmlformats.org/officeDocument/2006/relationships/image"/><Relationship Id="rId30" Target="../media/image59.svg" Type="http://schemas.openxmlformats.org/officeDocument/2006/relationships/image"/><Relationship Id="rId31" Target="../media/image60.png" Type="http://schemas.openxmlformats.org/officeDocument/2006/relationships/image"/><Relationship Id="rId32" Target="../media/image61.svg" Type="http://schemas.openxmlformats.org/officeDocument/2006/relationships/image"/><Relationship Id="rId33" Target="../media/image62.png" Type="http://schemas.openxmlformats.org/officeDocument/2006/relationships/image"/><Relationship Id="rId34" Target="../media/image63.svg" Type="http://schemas.openxmlformats.org/officeDocument/2006/relationships/image"/><Relationship Id="rId35" Target="../media/image64.png" Type="http://schemas.openxmlformats.org/officeDocument/2006/relationships/image"/><Relationship Id="rId36" Target="../media/image65.svg" Type="http://schemas.openxmlformats.org/officeDocument/2006/relationships/image"/><Relationship Id="rId37" Target="../media/image66.png" Type="http://schemas.openxmlformats.org/officeDocument/2006/relationships/image"/><Relationship Id="rId38" Target="../media/image67.svg" Type="http://schemas.openxmlformats.org/officeDocument/2006/relationships/image"/><Relationship Id="rId39" Target="../media/image68.png" Type="http://schemas.openxmlformats.org/officeDocument/2006/relationships/image"/><Relationship Id="rId4" Target="../media/image32.svg" Type="http://schemas.openxmlformats.org/officeDocument/2006/relationships/image"/><Relationship Id="rId40" Target="../media/image69.svg" Type="http://schemas.openxmlformats.org/officeDocument/2006/relationships/image"/><Relationship Id="rId41" Target="../media/image70.png" Type="http://schemas.openxmlformats.org/officeDocument/2006/relationships/image"/><Relationship Id="rId42" Target="../media/image71.svg" Type="http://schemas.openxmlformats.org/officeDocument/2006/relationships/image"/><Relationship Id="rId43" Target="../media/image72.png" Type="http://schemas.openxmlformats.org/officeDocument/2006/relationships/image"/><Relationship Id="rId44" Target="../media/image73.svg" Type="http://schemas.openxmlformats.org/officeDocument/2006/relationships/image"/><Relationship Id="rId45" Target="../media/image74.png" Type="http://schemas.openxmlformats.org/officeDocument/2006/relationships/image"/><Relationship Id="rId46" Target="../media/image75.svg" Type="http://schemas.openxmlformats.org/officeDocument/2006/relationships/image"/><Relationship Id="rId47" Target="../media/image76.png" Type="http://schemas.openxmlformats.org/officeDocument/2006/relationships/image"/><Relationship Id="rId48" Target="../media/image77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33.png" Type="http://schemas.openxmlformats.org/officeDocument/2006/relationships/image"/><Relationship Id="rId8" Target="../media/image43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svg" Type="http://schemas.openxmlformats.org/officeDocument/2006/relationships/image"/><Relationship Id="rId11" Target="../media/image82.png" Type="http://schemas.openxmlformats.org/officeDocument/2006/relationships/image"/><Relationship Id="rId12" Target="../media/image83.svg" Type="http://schemas.openxmlformats.org/officeDocument/2006/relationships/image"/><Relationship Id="rId13" Target="../media/image84.png" Type="http://schemas.openxmlformats.org/officeDocument/2006/relationships/image"/><Relationship Id="rId14" Target="../media/image85.svg" Type="http://schemas.openxmlformats.org/officeDocument/2006/relationships/image"/><Relationship Id="rId15" Target="../media/image86.png" Type="http://schemas.openxmlformats.org/officeDocument/2006/relationships/image"/><Relationship Id="rId16" Target="../media/image87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41.png" Type="http://schemas.openxmlformats.org/officeDocument/2006/relationships/image"/><Relationship Id="rId2" Target="../media/image1.jpeg" Type="http://schemas.openxmlformats.org/officeDocument/2006/relationships/image"/><Relationship Id="rId20" Target="../media/image42.svg" Type="http://schemas.openxmlformats.org/officeDocument/2006/relationships/image"/><Relationship Id="rId21" Target="../media/image88.png" Type="http://schemas.openxmlformats.org/officeDocument/2006/relationships/image"/><Relationship Id="rId22" Target="../media/image89.svg" Type="http://schemas.openxmlformats.org/officeDocument/2006/relationships/image"/><Relationship Id="rId23" Target="../media/image90.png" Type="http://schemas.openxmlformats.org/officeDocument/2006/relationships/image"/><Relationship Id="rId24" Target="../media/image91.svg" Type="http://schemas.openxmlformats.org/officeDocument/2006/relationships/image"/><Relationship Id="rId25" Target="../media/image92.png" Type="http://schemas.openxmlformats.org/officeDocument/2006/relationships/image"/><Relationship Id="rId26" Target="../media/image93.svg" Type="http://schemas.openxmlformats.org/officeDocument/2006/relationships/image"/><Relationship Id="rId27" Target="../media/image94.png" Type="http://schemas.openxmlformats.org/officeDocument/2006/relationships/image"/><Relationship Id="rId28" Target="../media/image95.svg" Type="http://schemas.openxmlformats.org/officeDocument/2006/relationships/image"/><Relationship Id="rId29" Target="../media/image96.png" Type="http://schemas.openxmlformats.org/officeDocument/2006/relationships/image"/><Relationship Id="rId3" Target="../media/image22.png" Type="http://schemas.openxmlformats.org/officeDocument/2006/relationships/image"/><Relationship Id="rId30" Target="../media/image97.svg" Type="http://schemas.openxmlformats.org/officeDocument/2006/relationships/image"/><Relationship Id="rId31" Target="../media/image98.png" Type="http://schemas.openxmlformats.org/officeDocument/2006/relationships/image"/><Relationship Id="rId32" Target="../media/image99.svg" Type="http://schemas.openxmlformats.org/officeDocument/2006/relationships/image"/><Relationship Id="rId33" Target="../media/image100.png" Type="http://schemas.openxmlformats.org/officeDocument/2006/relationships/image"/><Relationship Id="rId34" Target="../media/image101.svg" Type="http://schemas.openxmlformats.org/officeDocument/2006/relationships/image"/><Relationship Id="rId35" Target="../media/image102.png" Type="http://schemas.openxmlformats.org/officeDocument/2006/relationships/image"/><Relationship Id="rId36" Target="../media/image103.svg" Type="http://schemas.openxmlformats.org/officeDocument/2006/relationships/image"/><Relationship Id="rId4" Target="../media/image2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8.png" Type="http://schemas.openxmlformats.org/officeDocument/2006/relationships/image"/><Relationship Id="rId8" Target="../media/image79.sv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106.png" Type="http://schemas.openxmlformats.org/officeDocument/2006/relationships/image"/><Relationship Id="rId15" Target="../media/image107.svg" Type="http://schemas.openxmlformats.org/officeDocument/2006/relationships/image"/><Relationship Id="rId16" Target="../media/image2.png" Type="http://schemas.openxmlformats.org/officeDocument/2006/relationships/image"/><Relationship Id="rId17" Target="../media/image3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1.jpeg" Type="http://schemas.openxmlformats.org/officeDocument/2006/relationships/image"/><Relationship Id="rId20" Target="../media/image39.png" Type="http://schemas.openxmlformats.org/officeDocument/2006/relationships/image"/><Relationship Id="rId21" Target="../media/image40.svg" Type="http://schemas.openxmlformats.org/officeDocument/2006/relationships/image"/><Relationship Id="rId22" Target="../media/image108.png" Type="http://schemas.openxmlformats.org/officeDocument/2006/relationships/image"/><Relationship Id="rId23" Target="../media/image109.svg" Type="http://schemas.openxmlformats.org/officeDocument/2006/relationships/image"/><Relationship Id="rId24" Target="../media/image110.png" Type="http://schemas.openxmlformats.org/officeDocument/2006/relationships/image"/><Relationship Id="rId25" Target="../media/image111.svg" Type="http://schemas.openxmlformats.org/officeDocument/2006/relationships/image"/><Relationship Id="rId26" Target="../media/image112.png" Type="http://schemas.openxmlformats.org/officeDocument/2006/relationships/image"/><Relationship Id="rId27" Target="../media/image113.svg" Type="http://schemas.openxmlformats.org/officeDocument/2006/relationships/image"/><Relationship Id="rId28" Target="../media/image114.png" Type="http://schemas.openxmlformats.org/officeDocument/2006/relationships/image"/><Relationship Id="rId29" Target="../media/image115.svg" Type="http://schemas.openxmlformats.org/officeDocument/2006/relationships/image"/><Relationship Id="rId3" Target="../media/image31.png" Type="http://schemas.openxmlformats.org/officeDocument/2006/relationships/image"/><Relationship Id="rId30" Target="../media/image116.png" Type="http://schemas.openxmlformats.org/officeDocument/2006/relationships/image"/><Relationship Id="rId31" Target="../media/image117.svg" Type="http://schemas.openxmlformats.org/officeDocument/2006/relationships/image"/><Relationship Id="rId32" Target="../media/image118.png" Type="http://schemas.openxmlformats.org/officeDocument/2006/relationships/image"/><Relationship Id="rId33" Target="../media/image119.svg" Type="http://schemas.openxmlformats.org/officeDocument/2006/relationships/image"/><Relationship Id="rId34" Target="../media/image120.png" Type="http://schemas.openxmlformats.org/officeDocument/2006/relationships/image"/><Relationship Id="rId35" Target="../media/image121.svg" Type="http://schemas.openxmlformats.org/officeDocument/2006/relationships/image"/><Relationship Id="rId36" Target="../media/image102.png" Type="http://schemas.openxmlformats.org/officeDocument/2006/relationships/image"/><Relationship Id="rId37" Target="../media/image103.sv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104.png" Type="http://schemas.openxmlformats.org/officeDocument/2006/relationships/image"/><Relationship Id="rId8" Target="../media/image105.sv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8.jpeg" Type="http://schemas.openxmlformats.org/officeDocument/2006/relationships/image"/><Relationship Id="rId2" Target="../media/image18.png" Type="http://schemas.openxmlformats.org/officeDocument/2006/relationships/image"/><Relationship Id="rId3" Target="../media/image122.svg" Type="http://schemas.openxmlformats.org/officeDocument/2006/relationships/image"/><Relationship Id="rId4" Target="../media/image123.png" Type="http://schemas.openxmlformats.org/officeDocument/2006/relationships/image"/><Relationship Id="rId5" Target="../media/image124.svg" Type="http://schemas.openxmlformats.org/officeDocument/2006/relationships/image"/><Relationship Id="rId6" Target="../media/image108.png" Type="http://schemas.openxmlformats.org/officeDocument/2006/relationships/image"/><Relationship Id="rId7" Target="../media/image125.svg" Type="http://schemas.openxmlformats.org/officeDocument/2006/relationships/image"/><Relationship Id="rId8" Target="../media/image126.png" Type="http://schemas.openxmlformats.org/officeDocument/2006/relationships/image"/><Relationship Id="rId9" Target="../media/image1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9.jpeg" Type="http://schemas.openxmlformats.org/officeDocument/2006/relationships/image"/><Relationship Id="rId2" Target="../media/image18.png" Type="http://schemas.openxmlformats.org/officeDocument/2006/relationships/image"/><Relationship Id="rId3" Target="../media/image122.svg" Type="http://schemas.openxmlformats.org/officeDocument/2006/relationships/image"/><Relationship Id="rId4" Target="../media/image123.png" Type="http://schemas.openxmlformats.org/officeDocument/2006/relationships/image"/><Relationship Id="rId5" Target="../media/image124.svg" Type="http://schemas.openxmlformats.org/officeDocument/2006/relationships/image"/><Relationship Id="rId6" Target="../media/image108.png" Type="http://schemas.openxmlformats.org/officeDocument/2006/relationships/image"/><Relationship Id="rId7" Target="../media/image125.svg" Type="http://schemas.openxmlformats.org/officeDocument/2006/relationships/image"/><Relationship Id="rId8" Target="../media/image126.png" Type="http://schemas.openxmlformats.org/officeDocument/2006/relationships/image"/><Relationship Id="rId9" Target="../media/image1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0.jpeg" Type="http://schemas.openxmlformats.org/officeDocument/2006/relationships/image"/><Relationship Id="rId2" Target="../media/image18.png" Type="http://schemas.openxmlformats.org/officeDocument/2006/relationships/image"/><Relationship Id="rId3" Target="../media/image122.svg" Type="http://schemas.openxmlformats.org/officeDocument/2006/relationships/image"/><Relationship Id="rId4" Target="../media/image123.png" Type="http://schemas.openxmlformats.org/officeDocument/2006/relationships/image"/><Relationship Id="rId5" Target="../media/image124.svg" Type="http://schemas.openxmlformats.org/officeDocument/2006/relationships/image"/><Relationship Id="rId6" Target="../media/image108.png" Type="http://schemas.openxmlformats.org/officeDocument/2006/relationships/image"/><Relationship Id="rId7" Target="../media/image125.svg" Type="http://schemas.openxmlformats.org/officeDocument/2006/relationships/image"/><Relationship Id="rId8" Target="../media/image126.png" Type="http://schemas.openxmlformats.org/officeDocument/2006/relationships/image"/><Relationship Id="rId9" Target="../media/image1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jpeg" Type="http://schemas.openxmlformats.org/officeDocument/2006/relationships/image"/><Relationship Id="rId2" Target="../media/image18.png" Type="http://schemas.openxmlformats.org/officeDocument/2006/relationships/image"/><Relationship Id="rId3" Target="../media/image122.svg" Type="http://schemas.openxmlformats.org/officeDocument/2006/relationships/image"/><Relationship Id="rId4" Target="../media/image123.png" Type="http://schemas.openxmlformats.org/officeDocument/2006/relationships/image"/><Relationship Id="rId5" Target="../media/image124.svg" Type="http://schemas.openxmlformats.org/officeDocument/2006/relationships/image"/><Relationship Id="rId6" Target="../media/image108.png" Type="http://schemas.openxmlformats.org/officeDocument/2006/relationships/image"/><Relationship Id="rId7" Target="../media/image125.svg" Type="http://schemas.openxmlformats.org/officeDocument/2006/relationships/image"/><Relationship Id="rId8" Target="../media/image126.png" Type="http://schemas.openxmlformats.org/officeDocument/2006/relationships/image"/><Relationship Id="rId9" Target="../media/image12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svg" Type="http://schemas.openxmlformats.org/officeDocument/2006/relationships/image"/><Relationship Id="rId11" Target="../media/image136.png" Type="http://schemas.openxmlformats.org/officeDocument/2006/relationships/image"/><Relationship Id="rId12" Target="../media/image137.svg" Type="http://schemas.openxmlformats.org/officeDocument/2006/relationships/image"/><Relationship Id="rId13" Target="../media/image138.png" Type="http://schemas.openxmlformats.org/officeDocument/2006/relationships/image"/><Relationship Id="rId14" Target="../media/image139.svg" Type="http://schemas.openxmlformats.org/officeDocument/2006/relationships/image"/><Relationship Id="rId15" Target="../media/image140.png" Type="http://schemas.openxmlformats.org/officeDocument/2006/relationships/image"/><Relationship Id="rId16" Target="../media/image141.svg" Type="http://schemas.openxmlformats.org/officeDocument/2006/relationships/image"/><Relationship Id="rId17" Target="../media/image142.png" Type="http://schemas.openxmlformats.org/officeDocument/2006/relationships/image"/><Relationship Id="rId18" Target="../media/image143.svg" Type="http://schemas.openxmlformats.org/officeDocument/2006/relationships/image"/><Relationship Id="rId19" Target="../media/image18.png" Type="http://schemas.openxmlformats.org/officeDocument/2006/relationships/image"/><Relationship Id="rId2" Target="../media/image21.jpeg" Type="http://schemas.openxmlformats.org/officeDocument/2006/relationships/image"/><Relationship Id="rId20" Target="../media/image19.svg" Type="http://schemas.openxmlformats.org/officeDocument/2006/relationships/image"/><Relationship Id="rId21" Target="../media/image39.png" Type="http://schemas.openxmlformats.org/officeDocument/2006/relationships/image"/><Relationship Id="rId22" Target="../media/image40.svg" Type="http://schemas.openxmlformats.org/officeDocument/2006/relationships/image"/><Relationship Id="rId23" Target="../media/image108.png" Type="http://schemas.openxmlformats.org/officeDocument/2006/relationships/image"/><Relationship Id="rId24" Target="../media/image109.svg" Type="http://schemas.openxmlformats.org/officeDocument/2006/relationships/image"/><Relationship Id="rId25" Target="../media/image144.png" Type="http://schemas.openxmlformats.org/officeDocument/2006/relationships/image"/><Relationship Id="rId3" Target="../media/image132.png" Type="http://schemas.openxmlformats.org/officeDocument/2006/relationships/image"/><Relationship Id="rId4" Target="../media/image133.svg" Type="http://schemas.openxmlformats.org/officeDocument/2006/relationships/image"/><Relationship Id="rId5" Target="../media/image134.png" Type="http://schemas.openxmlformats.org/officeDocument/2006/relationships/image"/><Relationship Id="rId6" Target="../media/image135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108.png" Type="http://schemas.openxmlformats.org/officeDocument/2006/relationships/image"/><Relationship Id="rId12" Target="../media/image109.svg" Type="http://schemas.openxmlformats.org/officeDocument/2006/relationships/image"/><Relationship Id="rId13" Target="../media/image145.png" Type="http://schemas.openxmlformats.org/officeDocument/2006/relationships/image"/><Relationship Id="rId14" Target="../media/image146.png" Type="http://schemas.openxmlformats.org/officeDocument/2006/relationships/image"/><Relationship Id="rId15" Target="../media/image147.svg" Type="http://schemas.openxmlformats.org/officeDocument/2006/relationships/image"/><Relationship Id="rId16" Target="../media/image148.png" Type="http://schemas.openxmlformats.org/officeDocument/2006/relationships/image"/><Relationship Id="rId17" Target="../media/image149.svg" Type="http://schemas.openxmlformats.org/officeDocument/2006/relationships/image"/><Relationship Id="rId18" Target="../media/image150.png" Type="http://schemas.openxmlformats.org/officeDocument/2006/relationships/image"/><Relationship Id="rId19" Target="../media/image151.svg" Type="http://schemas.openxmlformats.org/officeDocument/2006/relationships/image"/><Relationship Id="rId2" Target="../media/image21.jpeg" Type="http://schemas.openxmlformats.org/officeDocument/2006/relationships/image"/><Relationship Id="rId3" Target="../media/image132.png" Type="http://schemas.openxmlformats.org/officeDocument/2006/relationships/image"/><Relationship Id="rId4" Target="../media/image13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106.png" Type="http://schemas.openxmlformats.org/officeDocument/2006/relationships/image"/><Relationship Id="rId8" Target="../media/image107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11" Target="../media/image107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157.jpeg" Type="http://schemas.openxmlformats.org/officeDocument/2006/relationships/image"/><Relationship Id="rId15" Target="../media/image158.png" Type="http://schemas.openxmlformats.org/officeDocument/2006/relationships/image"/><Relationship Id="rId16" Target="../media/image159.jpeg" Type="http://schemas.openxmlformats.org/officeDocument/2006/relationships/image"/><Relationship Id="rId17" Target="../media/image160.png" Type="http://schemas.openxmlformats.org/officeDocument/2006/relationships/image"/><Relationship Id="rId18" Target="../media/image161.png" Type="http://schemas.openxmlformats.org/officeDocument/2006/relationships/image"/><Relationship Id="rId19" Target="../media/image162.png" Type="http://schemas.openxmlformats.org/officeDocument/2006/relationships/image"/><Relationship Id="rId2" Target="../media/image1.jpeg" Type="http://schemas.openxmlformats.org/officeDocument/2006/relationships/image"/><Relationship Id="rId20" Target="../media/image163.png" Type="http://schemas.openxmlformats.org/officeDocument/2006/relationships/image"/><Relationship Id="rId21" Target="../media/image164.png" Type="http://schemas.openxmlformats.org/officeDocument/2006/relationships/image"/><Relationship Id="rId22" Target="../media/image165.jpeg" Type="http://schemas.openxmlformats.org/officeDocument/2006/relationships/image"/><Relationship Id="rId3" Target="../media/image152.jpeg" Type="http://schemas.openxmlformats.org/officeDocument/2006/relationships/image"/><Relationship Id="rId4" Target="../media/image153.png" Type="http://schemas.openxmlformats.org/officeDocument/2006/relationships/image"/><Relationship Id="rId5" Target="../media/image154.svg" Type="http://schemas.openxmlformats.org/officeDocument/2006/relationships/image"/><Relationship Id="rId6" Target="../media/image155.png" Type="http://schemas.openxmlformats.org/officeDocument/2006/relationships/image"/><Relationship Id="rId7" Target="../media/image156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9.svg" Type="http://schemas.openxmlformats.org/officeDocument/2006/relationships/image"/><Relationship Id="rId11" Target="../media/image170.png" Type="http://schemas.openxmlformats.org/officeDocument/2006/relationships/image"/><Relationship Id="rId12" Target="../media/image171.svg" Type="http://schemas.openxmlformats.org/officeDocument/2006/relationships/image"/><Relationship Id="rId13" Target="../media/image172.png" Type="http://schemas.openxmlformats.org/officeDocument/2006/relationships/image"/><Relationship Id="rId14" Target="../media/image173.svg" Type="http://schemas.openxmlformats.org/officeDocument/2006/relationships/image"/><Relationship Id="rId15" Target="../media/image174.png" Type="http://schemas.openxmlformats.org/officeDocument/2006/relationships/image"/><Relationship Id="rId16" Target="../media/image175.svg" Type="http://schemas.openxmlformats.org/officeDocument/2006/relationships/image"/><Relationship Id="rId17" Target="../media/image176.png" Type="http://schemas.openxmlformats.org/officeDocument/2006/relationships/image"/><Relationship Id="rId18" Target="../media/image177.svg" Type="http://schemas.openxmlformats.org/officeDocument/2006/relationships/image"/><Relationship Id="rId19" Target="../media/image178.png" Type="http://schemas.openxmlformats.org/officeDocument/2006/relationships/image"/><Relationship Id="rId2" Target="../media/image1.jpeg" Type="http://schemas.openxmlformats.org/officeDocument/2006/relationships/image"/><Relationship Id="rId20" Target="../media/image179.svg" Type="http://schemas.openxmlformats.org/officeDocument/2006/relationships/image"/><Relationship Id="rId21" Target="../media/image180.png" Type="http://schemas.openxmlformats.org/officeDocument/2006/relationships/image"/><Relationship Id="rId22" Target="../media/image181.svg" Type="http://schemas.openxmlformats.org/officeDocument/2006/relationships/image"/><Relationship Id="rId23" Target="../media/image182.png" Type="http://schemas.openxmlformats.org/officeDocument/2006/relationships/image"/><Relationship Id="rId24" Target="../media/image18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166.png" Type="http://schemas.openxmlformats.org/officeDocument/2006/relationships/image"/><Relationship Id="rId8" Target="../media/image167.svg" Type="http://schemas.openxmlformats.org/officeDocument/2006/relationships/image"/><Relationship Id="rId9" Target="../media/image16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svg" Type="http://schemas.openxmlformats.org/officeDocument/2006/relationships/image"/><Relationship Id="rId11" Target="../media/image190.jpeg" Type="http://schemas.openxmlformats.org/officeDocument/2006/relationships/image"/><Relationship Id="rId12" Target="../media/image12.png" Type="http://schemas.openxmlformats.org/officeDocument/2006/relationships/image"/><Relationship Id="rId13" Target="../media/image191.png" Type="http://schemas.openxmlformats.org/officeDocument/2006/relationships/image"/><Relationship Id="rId14" Target="../media/image192.svg" Type="http://schemas.openxmlformats.org/officeDocument/2006/relationships/image"/><Relationship Id="rId15" Target="../media/image193.png" Type="http://schemas.openxmlformats.org/officeDocument/2006/relationships/image"/><Relationship Id="rId16" Target="../media/image194.svg" Type="http://schemas.openxmlformats.org/officeDocument/2006/relationships/image"/><Relationship Id="rId17" Target="../media/image195.png" Type="http://schemas.openxmlformats.org/officeDocument/2006/relationships/image"/><Relationship Id="rId18" Target="../media/image196.svg" Type="http://schemas.openxmlformats.org/officeDocument/2006/relationships/image"/><Relationship Id="rId19" Target="../media/image197.png" Type="http://schemas.openxmlformats.org/officeDocument/2006/relationships/image"/><Relationship Id="rId2" Target="../media/image21.jpeg" Type="http://schemas.openxmlformats.org/officeDocument/2006/relationships/image"/><Relationship Id="rId20" Target="../media/image198.svg" Type="http://schemas.openxmlformats.org/officeDocument/2006/relationships/image"/><Relationship Id="rId21" Target="../media/image155.png" Type="http://schemas.openxmlformats.org/officeDocument/2006/relationships/image"/><Relationship Id="rId22" Target="../media/image156.svg" Type="http://schemas.openxmlformats.org/officeDocument/2006/relationships/image"/><Relationship Id="rId23" Target="../media/image199.png" Type="http://schemas.openxmlformats.org/officeDocument/2006/relationships/image"/><Relationship Id="rId24" Target="../media/image200.svg" Type="http://schemas.openxmlformats.org/officeDocument/2006/relationships/image"/><Relationship Id="rId25" Target="../media/image35.png" Type="http://schemas.openxmlformats.org/officeDocument/2006/relationships/image"/><Relationship Id="rId26" Target="../media/image36.svg" Type="http://schemas.openxmlformats.org/officeDocument/2006/relationships/image"/><Relationship Id="rId27" Target="../media/image18.png" Type="http://schemas.openxmlformats.org/officeDocument/2006/relationships/image"/><Relationship Id="rId28" Target="../media/image19.svg" Type="http://schemas.openxmlformats.org/officeDocument/2006/relationships/image"/><Relationship Id="rId29" Target="../media/image201.png" Type="http://schemas.openxmlformats.org/officeDocument/2006/relationships/image"/><Relationship Id="rId3" Target="../media/image184.png" Type="http://schemas.openxmlformats.org/officeDocument/2006/relationships/image"/><Relationship Id="rId30" Target="../media/image202.svg" Type="http://schemas.openxmlformats.org/officeDocument/2006/relationships/image"/><Relationship Id="rId31" Target="../media/image203.png" Type="http://schemas.openxmlformats.org/officeDocument/2006/relationships/image"/><Relationship Id="rId32" Target="../media/image204.svg" Type="http://schemas.openxmlformats.org/officeDocument/2006/relationships/image"/><Relationship Id="rId33" Target="../media/image170.png" Type="http://schemas.openxmlformats.org/officeDocument/2006/relationships/image"/><Relationship Id="rId34" Target="../media/image171.svg" Type="http://schemas.openxmlformats.org/officeDocument/2006/relationships/image"/><Relationship Id="rId35" Target="../media/image172.png" Type="http://schemas.openxmlformats.org/officeDocument/2006/relationships/image"/><Relationship Id="rId36" Target="../media/image173.svg" Type="http://schemas.openxmlformats.org/officeDocument/2006/relationships/image"/><Relationship Id="rId37" Target="../media/image205.png" Type="http://schemas.openxmlformats.org/officeDocument/2006/relationships/image"/><Relationship Id="rId38" Target="../media/image206.svg" Type="http://schemas.openxmlformats.org/officeDocument/2006/relationships/image"/><Relationship Id="rId39" Target="../media/image207.png" Type="http://schemas.openxmlformats.org/officeDocument/2006/relationships/image"/><Relationship Id="rId4" Target="../media/image185.svg" Type="http://schemas.openxmlformats.org/officeDocument/2006/relationships/image"/><Relationship Id="rId40" Target="../media/image208.svg" Type="http://schemas.openxmlformats.org/officeDocument/2006/relationships/image"/><Relationship Id="rId41" Target="../media/image209.png" Type="http://schemas.openxmlformats.org/officeDocument/2006/relationships/image"/><Relationship Id="rId42" Target="../media/image210.svg" Type="http://schemas.openxmlformats.org/officeDocument/2006/relationships/image"/><Relationship Id="rId43" Target="../media/image211.png" Type="http://schemas.openxmlformats.org/officeDocument/2006/relationships/image"/><Relationship Id="rId44" Target="../media/image212.svg" Type="http://schemas.openxmlformats.org/officeDocument/2006/relationships/image"/><Relationship Id="rId45" Target="../media/image213.png" Type="http://schemas.openxmlformats.org/officeDocument/2006/relationships/image"/><Relationship Id="rId46" Target="../media/image214.svg" Type="http://schemas.openxmlformats.org/officeDocument/2006/relationships/image"/><Relationship Id="rId5" Target="../media/image186.png" Type="http://schemas.openxmlformats.org/officeDocument/2006/relationships/image"/><Relationship Id="rId6" Target="../media/image187.svg" Type="http://schemas.openxmlformats.org/officeDocument/2006/relationships/image"/><Relationship Id="rId7" Target="../media/image188.png" Type="http://schemas.openxmlformats.org/officeDocument/2006/relationships/image"/><Relationship Id="rId8" Target="../media/image189.sv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217.jpeg" Type="http://schemas.openxmlformats.org/officeDocument/2006/relationships/image"/><Relationship Id="rId15" Target="../media/image218.png" Type="http://schemas.openxmlformats.org/officeDocument/2006/relationships/image"/><Relationship Id="rId16" Target="../media/image219.svg" Type="http://schemas.openxmlformats.org/officeDocument/2006/relationships/image"/><Relationship Id="rId17" Target="../media/image220.png" Type="http://schemas.openxmlformats.org/officeDocument/2006/relationships/image"/><Relationship Id="rId18" Target="../media/image221.svg" Type="http://schemas.openxmlformats.org/officeDocument/2006/relationships/image"/><Relationship Id="rId19" Target="../media/image222.png" Type="http://schemas.openxmlformats.org/officeDocument/2006/relationships/image"/><Relationship Id="rId2" Target="../media/image1.jpeg" Type="http://schemas.openxmlformats.org/officeDocument/2006/relationships/image"/><Relationship Id="rId20" Target="../media/image223.svg" Type="http://schemas.openxmlformats.org/officeDocument/2006/relationships/image"/><Relationship Id="rId21" Target="../media/image224.png" Type="http://schemas.openxmlformats.org/officeDocument/2006/relationships/image"/><Relationship Id="rId22" Target="../media/image225.svg" Type="http://schemas.openxmlformats.org/officeDocument/2006/relationships/image"/><Relationship Id="rId23" Target="../media/image226.png" Type="http://schemas.openxmlformats.org/officeDocument/2006/relationships/image"/><Relationship Id="rId24" Target="../media/image227.svg" Type="http://schemas.openxmlformats.org/officeDocument/2006/relationships/image"/><Relationship Id="rId25" Target="../media/image228.png" Type="http://schemas.openxmlformats.org/officeDocument/2006/relationships/image"/><Relationship Id="rId26" Target="../media/image229.svg" Type="http://schemas.openxmlformats.org/officeDocument/2006/relationships/image"/><Relationship Id="rId27" Target="../media/image230.png" Type="http://schemas.openxmlformats.org/officeDocument/2006/relationships/image"/><Relationship Id="rId28" Target="../media/image231.svg" Type="http://schemas.openxmlformats.org/officeDocument/2006/relationships/image"/><Relationship Id="rId29" Target="../media/image18.png" Type="http://schemas.openxmlformats.org/officeDocument/2006/relationships/image"/><Relationship Id="rId3" Target="../media/image6.png" Type="http://schemas.openxmlformats.org/officeDocument/2006/relationships/image"/><Relationship Id="rId30" Target="../media/image19.svg" Type="http://schemas.openxmlformats.org/officeDocument/2006/relationships/image"/><Relationship Id="rId31" Target="../media/image232.png" Type="http://schemas.openxmlformats.org/officeDocument/2006/relationships/image"/><Relationship Id="rId4" Target="../media/image7.svg" Type="http://schemas.openxmlformats.org/officeDocument/2006/relationships/image"/><Relationship Id="rId5" Target="../media/image215.png" Type="http://schemas.openxmlformats.org/officeDocument/2006/relationships/image"/><Relationship Id="rId6" Target="../media/image216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966011" y="4395746"/>
            <a:ext cx="3859024" cy="3342880"/>
          </a:xfrm>
          <a:custGeom>
            <a:avLst/>
            <a:gdLst/>
            <a:ahLst/>
            <a:cxnLst/>
            <a:rect r="r" b="b" t="t" l="l"/>
            <a:pathLst>
              <a:path h="3342880" w="3859024">
                <a:moveTo>
                  <a:pt x="0" y="0"/>
                </a:moveTo>
                <a:lnTo>
                  <a:pt x="3859024" y="0"/>
                </a:lnTo>
                <a:lnTo>
                  <a:pt x="3859024" y="3342880"/>
                </a:lnTo>
                <a:lnTo>
                  <a:pt x="0" y="3342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9" t="0" r="-9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75138" y="1722110"/>
            <a:ext cx="9932147" cy="9355535"/>
          </a:xfrm>
          <a:custGeom>
            <a:avLst/>
            <a:gdLst/>
            <a:ahLst/>
            <a:cxnLst/>
            <a:rect r="r" b="b" t="t" l="l"/>
            <a:pathLst>
              <a:path h="9355535" w="9932147">
                <a:moveTo>
                  <a:pt x="0" y="0"/>
                </a:moveTo>
                <a:lnTo>
                  <a:pt x="9932147" y="0"/>
                </a:lnTo>
                <a:lnTo>
                  <a:pt x="9932147" y="9355535"/>
                </a:lnTo>
                <a:lnTo>
                  <a:pt x="0" y="93555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53652" y="-3704493"/>
            <a:ext cx="8498911" cy="5095555"/>
          </a:xfrm>
          <a:custGeom>
            <a:avLst/>
            <a:gdLst/>
            <a:ahLst/>
            <a:cxnLst/>
            <a:rect r="r" b="b" t="t" l="l"/>
            <a:pathLst>
              <a:path h="5095555" w="8498911">
                <a:moveTo>
                  <a:pt x="0" y="0"/>
                </a:moveTo>
                <a:lnTo>
                  <a:pt x="8498911" y="0"/>
                </a:lnTo>
                <a:lnTo>
                  <a:pt x="8498911" y="5095555"/>
                </a:lnTo>
                <a:lnTo>
                  <a:pt x="0" y="50955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022296" y="6506752"/>
            <a:ext cx="8498911" cy="5095555"/>
          </a:xfrm>
          <a:custGeom>
            <a:avLst/>
            <a:gdLst/>
            <a:ahLst/>
            <a:cxnLst/>
            <a:rect r="r" b="b" t="t" l="l"/>
            <a:pathLst>
              <a:path h="5095555" w="8498911">
                <a:moveTo>
                  <a:pt x="0" y="0"/>
                </a:moveTo>
                <a:lnTo>
                  <a:pt x="8498911" y="0"/>
                </a:lnTo>
                <a:lnTo>
                  <a:pt x="8498911" y="5095555"/>
                </a:lnTo>
                <a:lnTo>
                  <a:pt x="0" y="50955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57716" y="-1441536"/>
            <a:ext cx="10378556" cy="9641361"/>
          </a:xfrm>
          <a:custGeom>
            <a:avLst/>
            <a:gdLst/>
            <a:ahLst/>
            <a:cxnLst/>
            <a:rect r="r" b="b" t="t" l="l"/>
            <a:pathLst>
              <a:path h="9641361" w="10378556">
                <a:moveTo>
                  <a:pt x="0" y="0"/>
                </a:moveTo>
                <a:lnTo>
                  <a:pt x="10378556" y="0"/>
                </a:lnTo>
                <a:lnTo>
                  <a:pt x="10378556" y="9641361"/>
                </a:lnTo>
                <a:lnTo>
                  <a:pt x="0" y="96413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006951" y="7497529"/>
            <a:ext cx="12869033" cy="6384796"/>
          </a:xfrm>
          <a:custGeom>
            <a:avLst/>
            <a:gdLst/>
            <a:ahLst/>
            <a:cxnLst/>
            <a:rect r="r" b="b" t="t" l="l"/>
            <a:pathLst>
              <a:path h="6384796" w="12869033">
                <a:moveTo>
                  <a:pt x="0" y="0"/>
                </a:moveTo>
                <a:lnTo>
                  <a:pt x="12869033" y="0"/>
                </a:lnTo>
                <a:lnTo>
                  <a:pt x="12869033" y="6384796"/>
                </a:lnTo>
                <a:lnTo>
                  <a:pt x="0" y="63847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600603" y="-4681705"/>
            <a:ext cx="12869033" cy="6384796"/>
          </a:xfrm>
          <a:custGeom>
            <a:avLst/>
            <a:gdLst/>
            <a:ahLst/>
            <a:cxnLst/>
            <a:rect r="r" b="b" t="t" l="l"/>
            <a:pathLst>
              <a:path h="6384796" w="12869033">
                <a:moveTo>
                  <a:pt x="0" y="0"/>
                </a:moveTo>
                <a:lnTo>
                  <a:pt x="12869033" y="0"/>
                </a:lnTo>
                <a:lnTo>
                  <a:pt x="12869033" y="6384796"/>
                </a:lnTo>
                <a:lnTo>
                  <a:pt x="0" y="63847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3827403">
            <a:off x="9865038" y="4686545"/>
            <a:ext cx="6279545" cy="1610757"/>
            <a:chOff x="0" y="0"/>
            <a:chExt cx="8372727" cy="21476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72729" cy="2147697"/>
            </a:xfrm>
            <a:custGeom>
              <a:avLst/>
              <a:gdLst/>
              <a:ahLst/>
              <a:cxnLst/>
              <a:rect r="r" b="b" t="t" l="l"/>
              <a:pathLst>
                <a:path h="2147697" w="8372729">
                  <a:moveTo>
                    <a:pt x="0" y="0"/>
                  </a:moveTo>
                  <a:lnTo>
                    <a:pt x="8372729" y="0"/>
                  </a:lnTo>
                  <a:lnTo>
                    <a:pt x="8372729" y="2147697"/>
                  </a:lnTo>
                  <a:lnTo>
                    <a:pt x="0" y="214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35000"/>
              </a:blip>
              <a:stretch>
                <a:fillRect l="0" t="-1147" r="0" b="-114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176976" y="-1421439"/>
            <a:ext cx="11218872" cy="9921817"/>
            <a:chOff x="0" y="0"/>
            <a:chExt cx="14958496" cy="132290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9028" y="63500"/>
              <a:ext cx="13299885" cy="11641582"/>
            </a:xfrm>
            <a:custGeom>
              <a:avLst/>
              <a:gdLst/>
              <a:ahLst/>
              <a:cxnLst/>
              <a:rect r="r" b="b" t="t" l="l"/>
              <a:pathLst>
                <a:path h="11641582" w="13299885">
                  <a:moveTo>
                    <a:pt x="13193300" y="6216015"/>
                  </a:moveTo>
                  <a:lnTo>
                    <a:pt x="10266585" y="11246358"/>
                  </a:lnTo>
                  <a:cubicBezTo>
                    <a:pt x="10124218" y="11490960"/>
                    <a:pt x="9862598" y="11641582"/>
                    <a:pt x="9579515" y="11641582"/>
                  </a:cubicBezTo>
                  <a:lnTo>
                    <a:pt x="3720497" y="11641582"/>
                  </a:lnTo>
                  <a:cubicBezTo>
                    <a:pt x="3437414" y="11641582"/>
                    <a:pt x="3175794" y="11491087"/>
                    <a:pt x="3033427" y="11246358"/>
                  </a:cubicBezTo>
                  <a:lnTo>
                    <a:pt x="106585" y="6216015"/>
                  </a:lnTo>
                  <a:cubicBezTo>
                    <a:pt x="-35528" y="5971794"/>
                    <a:pt x="-35528" y="5669915"/>
                    <a:pt x="106585" y="5425694"/>
                  </a:cubicBezTo>
                  <a:lnTo>
                    <a:pt x="3033427" y="395224"/>
                  </a:lnTo>
                  <a:cubicBezTo>
                    <a:pt x="3175794" y="150495"/>
                    <a:pt x="3437414" y="0"/>
                    <a:pt x="3720497" y="0"/>
                  </a:cubicBezTo>
                  <a:lnTo>
                    <a:pt x="9579388" y="0"/>
                  </a:lnTo>
                  <a:cubicBezTo>
                    <a:pt x="9862471" y="0"/>
                    <a:pt x="10124091" y="150495"/>
                    <a:pt x="10266458" y="395224"/>
                  </a:cubicBezTo>
                  <a:lnTo>
                    <a:pt x="13193300" y="5425694"/>
                  </a:lnTo>
                  <a:cubicBezTo>
                    <a:pt x="13335414" y="5669915"/>
                    <a:pt x="13335414" y="5971794"/>
                    <a:pt x="13193300" y="6216015"/>
                  </a:cubicBezTo>
                  <a:close/>
                </a:path>
              </a:pathLst>
            </a:custGeom>
            <a:blipFill>
              <a:blip r:embed="rId14"/>
              <a:stretch>
                <a:fillRect l="-19048" t="-545" r="-30029" b="-13091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592" y="0"/>
              <a:ext cx="13426885" cy="11768582"/>
            </a:xfrm>
            <a:custGeom>
              <a:avLst/>
              <a:gdLst/>
              <a:ahLst/>
              <a:cxnLst/>
              <a:rect r="r" b="b" t="t" l="l"/>
              <a:pathLst>
                <a:path h="11768582" w="13426885">
                  <a:moveTo>
                    <a:pt x="13311727" y="6311392"/>
                  </a:moveTo>
                  <a:lnTo>
                    <a:pt x="10384885" y="11341862"/>
                  </a:lnTo>
                  <a:lnTo>
                    <a:pt x="10330021" y="11309985"/>
                  </a:lnTo>
                  <a:lnTo>
                    <a:pt x="10384885" y="11341862"/>
                  </a:lnTo>
                  <a:cubicBezTo>
                    <a:pt x="10231215" y="11606022"/>
                    <a:pt x="9948513" y="11768582"/>
                    <a:pt x="9642824" y="11768582"/>
                  </a:cubicBezTo>
                  <a:lnTo>
                    <a:pt x="9642824" y="11705082"/>
                  </a:lnTo>
                  <a:lnTo>
                    <a:pt x="9642824" y="11768582"/>
                  </a:lnTo>
                  <a:lnTo>
                    <a:pt x="3783933" y="11768582"/>
                  </a:lnTo>
                  <a:lnTo>
                    <a:pt x="3783933" y="11705082"/>
                  </a:lnTo>
                  <a:lnTo>
                    <a:pt x="3783933" y="11768582"/>
                  </a:lnTo>
                  <a:cubicBezTo>
                    <a:pt x="3478244" y="11768582"/>
                    <a:pt x="3195669" y="11606022"/>
                    <a:pt x="3041872" y="11341862"/>
                  </a:cubicBezTo>
                  <a:lnTo>
                    <a:pt x="3096736" y="11309985"/>
                  </a:lnTo>
                  <a:lnTo>
                    <a:pt x="3041872" y="11341862"/>
                  </a:lnTo>
                  <a:lnTo>
                    <a:pt x="115157" y="6311392"/>
                  </a:lnTo>
                  <a:cubicBezTo>
                    <a:pt x="-38386" y="6047359"/>
                    <a:pt x="-38386" y="5721223"/>
                    <a:pt x="115157" y="5457190"/>
                  </a:cubicBezTo>
                  <a:lnTo>
                    <a:pt x="3041999" y="426720"/>
                  </a:lnTo>
                  <a:lnTo>
                    <a:pt x="3096863" y="458597"/>
                  </a:lnTo>
                  <a:lnTo>
                    <a:pt x="3041999" y="426720"/>
                  </a:lnTo>
                  <a:cubicBezTo>
                    <a:pt x="3195669" y="162560"/>
                    <a:pt x="3478244" y="0"/>
                    <a:pt x="3783933" y="0"/>
                  </a:cubicBezTo>
                  <a:lnTo>
                    <a:pt x="3783933" y="63500"/>
                  </a:lnTo>
                  <a:lnTo>
                    <a:pt x="3783933" y="0"/>
                  </a:lnTo>
                  <a:lnTo>
                    <a:pt x="9642824" y="0"/>
                  </a:lnTo>
                  <a:lnTo>
                    <a:pt x="9642824" y="63500"/>
                  </a:lnTo>
                  <a:lnTo>
                    <a:pt x="9642824" y="0"/>
                  </a:lnTo>
                  <a:cubicBezTo>
                    <a:pt x="9948513" y="0"/>
                    <a:pt x="10231088" y="162560"/>
                    <a:pt x="10384885" y="426720"/>
                  </a:cubicBezTo>
                  <a:lnTo>
                    <a:pt x="10330021" y="458597"/>
                  </a:lnTo>
                  <a:lnTo>
                    <a:pt x="10384885" y="426720"/>
                  </a:lnTo>
                  <a:lnTo>
                    <a:pt x="13311727" y="5457190"/>
                  </a:lnTo>
                  <a:cubicBezTo>
                    <a:pt x="13465271" y="5721223"/>
                    <a:pt x="13465271" y="6047359"/>
                    <a:pt x="13311727" y="6311392"/>
                  </a:cubicBezTo>
                  <a:moveTo>
                    <a:pt x="13202000" y="6247511"/>
                  </a:moveTo>
                  <a:lnTo>
                    <a:pt x="13256863" y="6279388"/>
                  </a:lnTo>
                  <a:lnTo>
                    <a:pt x="13202000" y="6247511"/>
                  </a:lnTo>
                  <a:cubicBezTo>
                    <a:pt x="13332682" y="6022975"/>
                    <a:pt x="13332682" y="5745607"/>
                    <a:pt x="13202000" y="5521071"/>
                  </a:cubicBezTo>
                  <a:lnTo>
                    <a:pt x="13256863" y="5489194"/>
                  </a:lnTo>
                  <a:lnTo>
                    <a:pt x="13202000" y="5521071"/>
                  </a:lnTo>
                  <a:lnTo>
                    <a:pt x="10275030" y="490601"/>
                  </a:lnTo>
                  <a:cubicBezTo>
                    <a:pt x="10144093" y="265430"/>
                    <a:pt x="9903301" y="127000"/>
                    <a:pt x="9642824" y="127000"/>
                  </a:cubicBezTo>
                  <a:lnTo>
                    <a:pt x="3783933" y="127000"/>
                  </a:lnTo>
                  <a:cubicBezTo>
                    <a:pt x="3523456" y="127000"/>
                    <a:pt x="3282664" y="265430"/>
                    <a:pt x="3151727" y="490601"/>
                  </a:cubicBezTo>
                  <a:lnTo>
                    <a:pt x="224885" y="5521071"/>
                  </a:lnTo>
                  <a:lnTo>
                    <a:pt x="170021" y="5489194"/>
                  </a:lnTo>
                  <a:lnTo>
                    <a:pt x="224885" y="5521071"/>
                  </a:lnTo>
                  <a:cubicBezTo>
                    <a:pt x="94202" y="5745607"/>
                    <a:pt x="94202" y="6022975"/>
                    <a:pt x="224885" y="6247511"/>
                  </a:cubicBezTo>
                  <a:lnTo>
                    <a:pt x="170021" y="6279388"/>
                  </a:lnTo>
                  <a:lnTo>
                    <a:pt x="224885" y="6247511"/>
                  </a:lnTo>
                  <a:lnTo>
                    <a:pt x="3151727" y="11277981"/>
                  </a:lnTo>
                  <a:cubicBezTo>
                    <a:pt x="3282664" y="11503152"/>
                    <a:pt x="3523456" y="11641582"/>
                    <a:pt x="3783933" y="11641582"/>
                  </a:cubicBezTo>
                  <a:lnTo>
                    <a:pt x="9642824" y="11641582"/>
                  </a:lnTo>
                  <a:cubicBezTo>
                    <a:pt x="9903301" y="11641582"/>
                    <a:pt x="10144094" y="11503152"/>
                    <a:pt x="10275031" y="11277981"/>
                  </a:cubicBezTo>
                  <a:lnTo>
                    <a:pt x="13201873" y="624751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211200" y="3113526"/>
            <a:ext cx="4749902" cy="4476005"/>
          </a:xfrm>
          <a:custGeom>
            <a:avLst/>
            <a:gdLst/>
            <a:ahLst/>
            <a:cxnLst/>
            <a:rect r="r" b="b" t="t" l="l"/>
            <a:pathLst>
              <a:path h="4476005" w="4749902">
                <a:moveTo>
                  <a:pt x="0" y="0"/>
                </a:moveTo>
                <a:lnTo>
                  <a:pt x="4749902" y="0"/>
                </a:lnTo>
                <a:lnTo>
                  <a:pt x="4749902" y="4476005"/>
                </a:lnTo>
                <a:lnTo>
                  <a:pt x="0" y="4476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498650" y="8664575"/>
            <a:ext cx="997301" cy="812800"/>
          </a:xfrm>
          <a:custGeom>
            <a:avLst/>
            <a:gdLst/>
            <a:ahLst/>
            <a:cxnLst/>
            <a:rect r="r" b="b" t="t" l="l"/>
            <a:pathLst>
              <a:path h="812800" w="997301">
                <a:moveTo>
                  <a:pt x="0" y="0"/>
                </a:moveTo>
                <a:lnTo>
                  <a:pt x="997301" y="0"/>
                </a:lnTo>
                <a:lnTo>
                  <a:pt x="997301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248" r="0" b="-248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009966" y="9944100"/>
            <a:ext cx="1177504" cy="797759"/>
          </a:xfrm>
          <a:custGeom>
            <a:avLst/>
            <a:gdLst/>
            <a:ahLst/>
            <a:cxnLst/>
            <a:rect r="r" b="b" t="t" l="l"/>
            <a:pathLst>
              <a:path h="797759" w="1177504">
                <a:moveTo>
                  <a:pt x="0" y="0"/>
                </a:moveTo>
                <a:lnTo>
                  <a:pt x="1177504" y="0"/>
                </a:lnTo>
                <a:lnTo>
                  <a:pt x="1177504" y="797759"/>
                </a:lnTo>
                <a:lnTo>
                  <a:pt x="0" y="79775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588752" y="-398880"/>
            <a:ext cx="1177504" cy="797759"/>
          </a:xfrm>
          <a:custGeom>
            <a:avLst/>
            <a:gdLst/>
            <a:ahLst/>
            <a:cxnLst/>
            <a:rect r="r" b="b" t="t" l="l"/>
            <a:pathLst>
              <a:path h="797759" w="1177504">
                <a:moveTo>
                  <a:pt x="0" y="0"/>
                </a:moveTo>
                <a:lnTo>
                  <a:pt x="1177504" y="0"/>
                </a:lnTo>
                <a:lnTo>
                  <a:pt x="1177504" y="797759"/>
                </a:lnTo>
                <a:lnTo>
                  <a:pt x="0" y="79775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80093" y="361246"/>
            <a:ext cx="7284940" cy="94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1"/>
              </a:lnSpc>
              <a:spcBef>
                <a:spcPct val="0"/>
              </a:spcBef>
            </a:pPr>
            <a:r>
              <a:rPr lang="en-US" b="true" sz="550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Profile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57150" y="3304656"/>
            <a:ext cx="9130256" cy="2591308"/>
          </a:xfrm>
          <a:custGeom>
            <a:avLst/>
            <a:gdLst/>
            <a:ahLst/>
            <a:cxnLst/>
            <a:rect r="r" b="b" t="t" l="l"/>
            <a:pathLst>
              <a:path h="2591308" w="9130256">
                <a:moveTo>
                  <a:pt x="0" y="0"/>
                </a:moveTo>
                <a:lnTo>
                  <a:pt x="9130257" y="0"/>
                </a:lnTo>
                <a:lnTo>
                  <a:pt x="9130257" y="2591308"/>
                </a:lnTo>
                <a:lnTo>
                  <a:pt x="0" y="259130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549349" y="9622859"/>
            <a:ext cx="3402910" cy="56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3"/>
              </a:lnSpc>
            </a:pPr>
            <a:r>
              <a:rPr lang="en-US" b="true" sz="3244">
                <a:solidFill>
                  <a:srgbClr val="FFFFFF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www.infologia.in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3381527" y="2658569"/>
            <a:ext cx="10378556" cy="9641361"/>
          </a:xfrm>
          <a:custGeom>
            <a:avLst/>
            <a:gdLst/>
            <a:ahLst/>
            <a:cxnLst/>
            <a:rect r="r" b="b" t="t" l="l"/>
            <a:pathLst>
              <a:path h="9641361" w="10378556">
                <a:moveTo>
                  <a:pt x="0" y="0"/>
                </a:moveTo>
                <a:lnTo>
                  <a:pt x="10378556" y="0"/>
                </a:lnTo>
                <a:lnTo>
                  <a:pt x="10378556" y="9641361"/>
                </a:lnTo>
                <a:lnTo>
                  <a:pt x="0" y="96413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9562753" y="9348534"/>
            <a:ext cx="3759752" cy="3332081"/>
          </a:xfrm>
          <a:custGeom>
            <a:avLst/>
            <a:gdLst/>
            <a:ahLst/>
            <a:cxnLst/>
            <a:rect r="r" b="b" t="t" l="l"/>
            <a:pathLst>
              <a:path h="3332081" w="3759752">
                <a:moveTo>
                  <a:pt x="0" y="3332081"/>
                </a:moveTo>
                <a:lnTo>
                  <a:pt x="3759752" y="3332081"/>
                </a:lnTo>
                <a:lnTo>
                  <a:pt x="3759752" y="0"/>
                </a:lnTo>
                <a:lnTo>
                  <a:pt x="0" y="0"/>
                </a:lnTo>
                <a:lnTo>
                  <a:pt x="0" y="3332081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78743" y="3579111"/>
            <a:ext cx="3309025" cy="2897071"/>
          </a:xfrm>
          <a:custGeom>
            <a:avLst/>
            <a:gdLst/>
            <a:ahLst/>
            <a:cxnLst/>
            <a:rect r="r" b="b" t="t" l="l"/>
            <a:pathLst>
              <a:path h="2897071" w="3309025">
                <a:moveTo>
                  <a:pt x="0" y="0"/>
                </a:moveTo>
                <a:lnTo>
                  <a:pt x="3309025" y="0"/>
                </a:lnTo>
                <a:lnTo>
                  <a:pt x="3309025" y="2897071"/>
                </a:lnTo>
                <a:lnTo>
                  <a:pt x="0" y="289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7353578">
            <a:off x="1207125" y="8414815"/>
            <a:ext cx="6279545" cy="1610757"/>
            <a:chOff x="0" y="0"/>
            <a:chExt cx="8372727" cy="21476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72729" cy="2147697"/>
            </a:xfrm>
            <a:custGeom>
              <a:avLst/>
              <a:gdLst/>
              <a:ahLst/>
              <a:cxnLst/>
              <a:rect r="r" b="b" t="t" l="l"/>
              <a:pathLst>
                <a:path h="2147697" w="8372729">
                  <a:moveTo>
                    <a:pt x="0" y="0"/>
                  </a:moveTo>
                  <a:lnTo>
                    <a:pt x="8372729" y="0"/>
                  </a:lnTo>
                  <a:lnTo>
                    <a:pt x="8372729" y="2147697"/>
                  </a:lnTo>
                  <a:lnTo>
                    <a:pt x="0" y="214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35000"/>
              </a:blip>
              <a:stretch>
                <a:fillRect l="0" t="-1147" r="0" b="-1146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929236" y="6701464"/>
            <a:ext cx="3828458" cy="3489815"/>
          </a:xfrm>
          <a:custGeom>
            <a:avLst/>
            <a:gdLst/>
            <a:ahLst/>
            <a:cxnLst/>
            <a:rect r="r" b="b" t="t" l="l"/>
            <a:pathLst>
              <a:path h="3489815" w="3828458">
                <a:moveTo>
                  <a:pt x="0" y="0"/>
                </a:moveTo>
                <a:lnTo>
                  <a:pt x="3828459" y="0"/>
                </a:lnTo>
                <a:lnTo>
                  <a:pt x="3828459" y="3489816"/>
                </a:lnTo>
                <a:lnTo>
                  <a:pt x="0" y="3489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4980815" y="1688066"/>
            <a:ext cx="11218872" cy="9921817"/>
            <a:chOff x="0" y="0"/>
            <a:chExt cx="14958496" cy="132290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9028" y="63500"/>
              <a:ext cx="13299885" cy="11641582"/>
            </a:xfrm>
            <a:custGeom>
              <a:avLst/>
              <a:gdLst/>
              <a:ahLst/>
              <a:cxnLst/>
              <a:rect r="r" b="b" t="t" l="l"/>
              <a:pathLst>
                <a:path h="11641582" w="13299885">
                  <a:moveTo>
                    <a:pt x="13193300" y="6216015"/>
                  </a:moveTo>
                  <a:lnTo>
                    <a:pt x="10266585" y="11246358"/>
                  </a:lnTo>
                  <a:cubicBezTo>
                    <a:pt x="10124218" y="11490960"/>
                    <a:pt x="9862598" y="11641582"/>
                    <a:pt x="9579515" y="11641582"/>
                  </a:cubicBezTo>
                  <a:lnTo>
                    <a:pt x="3720497" y="11641582"/>
                  </a:lnTo>
                  <a:cubicBezTo>
                    <a:pt x="3437414" y="11641582"/>
                    <a:pt x="3175794" y="11491087"/>
                    <a:pt x="3033427" y="11246358"/>
                  </a:cubicBezTo>
                  <a:lnTo>
                    <a:pt x="106585" y="6216015"/>
                  </a:lnTo>
                  <a:cubicBezTo>
                    <a:pt x="-35528" y="5971794"/>
                    <a:pt x="-35528" y="5669915"/>
                    <a:pt x="106585" y="5425694"/>
                  </a:cubicBezTo>
                  <a:lnTo>
                    <a:pt x="3033427" y="395224"/>
                  </a:lnTo>
                  <a:cubicBezTo>
                    <a:pt x="3175794" y="150495"/>
                    <a:pt x="3437414" y="0"/>
                    <a:pt x="3720497" y="0"/>
                  </a:cubicBezTo>
                  <a:lnTo>
                    <a:pt x="9579388" y="0"/>
                  </a:lnTo>
                  <a:cubicBezTo>
                    <a:pt x="9862471" y="0"/>
                    <a:pt x="10124091" y="150495"/>
                    <a:pt x="10266458" y="395224"/>
                  </a:cubicBezTo>
                  <a:lnTo>
                    <a:pt x="13193300" y="5425694"/>
                  </a:lnTo>
                  <a:cubicBezTo>
                    <a:pt x="13335414" y="5669915"/>
                    <a:pt x="13335414" y="5971794"/>
                    <a:pt x="13193300" y="6216015"/>
                  </a:cubicBezTo>
                  <a:close/>
                </a:path>
              </a:pathLst>
            </a:custGeom>
            <a:blipFill>
              <a:blip r:embed="rId12"/>
              <a:stretch>
                <a:fillRect l="-18808" t="-545" r="-29790" b="-13091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5592" y="0"/>
              <a:ext cx="13426885" cy="11768582"/>
            </a:xfrm>
            <a:custGeom>
              <a:avLst/>
              <a:gdLst/>
              <a:ahLst/>
              <a:cxnLst/>
              <a:rect r="r" b="b" t="t" l="l"/>
              <a:pathLst>
                <a:path h="11768582" w="13426885">
                  <a:moveTo>
                    <a:pt x="13311727" y="6311392"/>
                  </a:moveTo>
                  <a:lnTo>
                    <a:pt x="10384885" y="11341862"/>
                  </a:lnTo>
                  <a:lnTo>
                    <a:pt x="10330021" y="11309985"/>
                  </a:lnTo>
                  <a:lnTo>
                    <a:pt x="10384885" y="11341862"/>
                  </a:lnTo>
                  <a:cubicBezTo>
                    <a:pt x="10231215" y="11606022"/>
                    <a:pt x="9948513" y="11768582"/>
                    <a:pt x="9642824" y="11768582"/>
                  </a:cubicBezTo>
                  <a:lnTo>
                    <a:pt x="9642824" y="11705082"/>
                  </a:lnTo>
                  <a:lnTo>
                    <a:pt x="9642824" y="11768582"/>
                  </a:lnTo>
                  <a:lnTo>
                    <a:pt x="3783933" y="11768582"/>
                  </a:lnTo>
                  <a:lnTo>
                    <a:pt x="3783933" y="11705082"/>
                  </a:lnTo>
                  <a:lnTo>
                    <a:pt x="3783933" y="11768582"/>
                  </a:lnTo>
                  <a:cubicBezTo>
                    <a:pt x="3478244" y="11768582"/>
                    <a:pt x="3195669" y="11606022"/>
                    <a:pt x="3041872" y="11341862"/>
                  </a:cubicBezTo>
                  <a:lnTo>
                    <a:pt x="3096736" y="11309985"/>
                  </a:lnTo>
                  <a:lnTo>
                    <a:pt x="3041872" y="11341862"/>
                  </a:lnTo>
                  <a:lnTo>
                    <a:pt x="115157" y="6311392"/>
                  </a:lnTo>
                  <a:cubicBezTo>
                    <a:pt x="-38386" y="6047359"/>
                    <a:pt x="-38386" y="5721223"/>
                    <a:pt x="115157" y="5457190"/>
                  </a:cubicBezTo>
                  <a:lnTo>
                    <a:pt x="3041999" y="426720"/>
                  </a:lnTo>
                  <a:lnTo>
                    <a:pt x="3096863" y="458597"/>
                  </a:lnTo>
                  <a:lnTo>
                    <a:pt x="3041999" y="426720"/>
                  </a:lnTo>
                  <a:cubicBezTo>
                    <a:pt x="3195669" y="162560"/>
                    <a:pt x="3478244" y="0"/>
                    <a:pt x="3783933" y="0"/>
                  </a:cubicBezTo>
                  <a:lnTo>
                    <a:pt x="3783933" y="63500"/>
                  </a:lnTo>
                  <a:lnTo>
                    <a:pt x="3783933" y="0"/>
                  </a:lnTo>
                  <a:lnTo>
                    <a:pt x="9642824" y="0"/>
                  </a:lnTo>
                  <a:lnTo>
                    <a:pt x="9642824" y="63500"/>
                  </a:lnTo>
                  <a:lnTo>
                    <a:pt x="9642824" y="0"/>
                  </a:lnTo>
                  <a:cubicBezTo>
                    <a:pt x="9948513" y="0"/>
                    <a:pt x="10231088" y="162560"/>
                    <a:pt x="10384885" y="426720"/>
                  </a:cubicBezTo>
                  <a:lnTo>
                    <a:pt x="10330021" y="458597"/>
                  </a:lnTo>
                  <a:lnTo>
                    <a:pt x="10384885" y="426720"/>
                  </a:lnTo>
                  <a:lnTo>
                    <a:pt x="13311727" y="5457190"/>
                  </a:lnTo>
                  <a:cubicBezTo>
                    <a:pt x="13465271" y="5721223"/>
                    <a:pt x="13465271" y="6047359"/>
                    <a:pt x="13311727" y="6311392"/>
                  </a:cubicBezTo>
                  <a:moveTo>
                    <a:pt x="13202000" y="6247511"/>
                  </a:moveTo>
                  <a:lnTo>
                    <a:pt x="13256863" y="6279388"/>
                  </a:lnTo>
                  <a:lnTo>
                    <a:pt x="13202000" y="6247511"/>
                  </a:lnTo>
                  <a:cubicBezTo>
                    <a:pt x="13332682" y="6022975"/>
                    <a:pt x="13332682" y="5745607"/>
                    <a:pt x="13202000" y="5521071"/>
                  </a:cubicBezTo>
                  <a:lnTo>
                    <a:pt x="13256863" y="5489194"/>
                  </a:lnTo>
                  <a:lnTo>
                    <a:pt x="13202000" y="5521071"/>
                  </a:lnTo>
                  <a:lnTo>
                    <a:pt x="10275030" y="490601"/>
                  </a:lnTo>
                  <a:cubicBezTo>
                    <a:pt x="10144093" y="265430"/>
                    <a:pt x="9903301" y="127000"/>
                    <a:pt x="9642824" y="127000"/>
                  </a:cubicBezTo>
                  <a:lnTo>
                    <a:pt x="3783933" y="127000"/>
                  </a:lnTo>
                  <a:cubicBezTo>
                    <a:pt x="3523456" y="127000"/>
                    <a:pt x="3282664" y="265430"/>
                    <a:pt x="3151727" y="490601"/>
                  </a:cubicBezTo>
                  <a:lnTo>
                    <a:pt x="224885" y="5521071"/>
                  </a:lnTo>
                  <a:lnTo>
                    <a:pt x="170021" y="5489194"/>
                  </a:lnTo>
                  <a:lnTo>
                    <a:pt x="224885" y="5521071"/>
                  </a:lnTo>
                  <a:cubicBezTo>
                    <a:pt x="94202" y="5745607"/>
                    <a:pt x="94202" y="6022975"/>
                    <a:pt x="224885" y="6247511"/>
                  </a:cubicBezTo>
                  <a:lnTo>
                    <a:pt x="170021" y="6279388"/>
                  </a:lnTo>
                  <a:lnTo>
                    <a:pt x="224885" y="6247511"/>
                  </a:lnTo>
                  <a:lnTo>
                    <a:pt x="3151727" y="11277981"/>
                  </a:lnTo>
                  <a:cubicBezTo>
                    <a:pt x="3282664" y="11503152"/>
                    <a:pt x="3523456" y="11641582"/>
                    <a:pt x="3783933" y="11641582"/>
                  </a:cubicBezTo>
                  <a:lnTo>
                    <a:pt x="9642824" y="11641582"/>
                  </a:lnTo>
                  <a:cubicBezTo>
                    <a:pt x="9903301" y="11641582"/>
                    <a:pt x="10144094" y="11503152"/>
                    <a:pt x="10275031" y="11277981"/>
                  </a:cubicBezTo>
                  <a:lnTo>
                    <a:pt x="13201873" y="624751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708585" y="2283375"/>
            <a:ext cx="458212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US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504822" y="-6367386"/>
            <a:ext cx="10378556" cy="9641361"/>
          </a:xfrm>
          <a:custGeom>
            <a:avLst/>
            <a:gdLst/>
            <a:ahLst/>
            <a:cxnLst/>
            <a:rect r="r" b="b" t="t" l="l"/>
            <a:pathLst>
              <a:path h="9641361" w="10378556">
                <a:moveTo>
                  <a:pt x="0" y="0"/>
                </a:moveTo>
                <a:lnTo>
                  <a:pt x="10378556" y="0"/>
                </a:lnTo>
                <a:lnTo>
                  <a:pt x="10378556" y="9641361"/>
                </a:lnTo>
                <a:lnTo>
                  <a:pt x="0" y="96413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636093" y="-4565121"/>
            <a:ext cx="7875678" cy="7343795"/>
          </a:xfrm>
          <a:custGeom>
            <a:avLst/>
            <a:gdLst/>
            <a:ahLst/>
            <a:cxnLst/>
            <a:rect r="r" b="b" t="t" l="l"/>
            <a:pathLst>
              <a:path h="7343795" w="7875678">
                <a:moveTo>
                  <a:pt x="0" y="0"/>
                </a:moveTo>
                <a:lnTo>
                  <a:pt x="7875679" y="0"/>
                </a:lnTo>
                <a:lnTo>
                  <a:pt x="7875679" y="7343795"/>
                </a:lnTo>
                <a:lnTo>
                  <a:pt x="0" y="73437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883828" y="247235"/>
            <a:ext cx="3380208" cy="3084698"/>
          </a:xfrm>
          <a:custGeom>
            <a:avLst/>
            <a:gdLst/>
            <a:ahLst/>
            <a:cxnLst/>
            <a:rect r="r" b="b" t="t" l="l"/>
            <a:pathLst>
              <a:path h="3084698" w="3380208">
                <a:moveTo>
                  <a:pt x="0" y="0"/>
                </a:moveTo>
                <a:lnTo>
                  <a:pt x="3380208" y="0"/>
                </a:lnTo>
                <a:lnTo>
                  <a:pt x="3380208" y="3084698"/>
                </a:lnTo>
                <a:lnTo>
                  <a:pt x="0" y="30846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988600" y="-658846"/>
            <a:ext cx="2966944" cy="2570115"/>
          </a:xfrm>
          <a:custGeom>
            <a:avLst/>
            <a:gdLst/>
            <a:ahLst/>
            <a:cxnLst/>
            <a:rect r="r" b="b" t="t" l="l"/>
            <a:pathLst>
              <a:path h="2570115" w="2966944">
                <a:moveTo>
                  <a:pt x="0" y="0"/>
                </a:moveTo>
                <a:lnTo>
                  <a:pt x="2966944" y="0"/>
                </a:lnTo>
                <a:lnTo>
                  <a:pt x="2966944" y="2570115"/>
                </a:lnTo>
                <a:lnTo>
                  <a:pt x="0" y="257011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5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49" t="0" r="-4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675504" y="10059862"/>
            <a:ext cx="1351009" cy="454277"/>
          </a:xfrm>
          <a:custGeom>
            <a:avLst/>
            <a:gdLst/>
            <a:ahLst/>
            <a:cxnLst/>
            <a:rect r="r" b="b" t="t" l="l"/>
            <a:pathLst>
              <a:path h="454277" w="1351009">
                <a:moveTo>
                  <a:pt x="0" y="0"/>
                </a:moveTo>
                <a:lnTo>
                  <a:pt x="1351009" y="0"/>
                </a:lnTo>
                <a:lnTo>
                  <a:pt x="1351009" y="454277"/>
                </a:lnTo>
                <a:lnTo>
                  <a:pt x="0" y="45427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264" r="0" b="-26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573908" y="-444369"/>
            <a:ext cx="1177504" cy="797759"/>
          </a:xfrm>
          <a:custGeom>
            <a:avLst/>
            <a:gdLst/>
            <a:ahLst/>
            <a:cxnLst/>
            <a:rect r="r" b="b" t="t" l="l"/>
            <a:pathLst>
              <a:path h="797759" w="1177504">
                <a:moveTo>
                  <a:pt x="0" y="0"/>
                </a:moveTo>
                <a:lnTo>
                  <a:pt x="1177504" y="0"/>
                </a:lnTo>
                <a:lnTo>
                  <a:pt x="1177504" y="797759"/>
                </a:lnTo>
                <a:lnTo>
                  <a:pt x="0" y="79775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-185931" y="-485685"/>
            <a:ext cx="2164275" cy="1111896"/>
          </a:xfrm>
          <a:custGeom>
            <a:avLst/>
            <a:gdLst/>
            <a:ahLst/>
            <a:cxnLst/>
            <a:rect r="r" b="b" t="t" l="l"/>
            <a:pathLst>
              <a:path h="1111896" w="2164275">
                <a:moveTo>
                  <a:pt x="0" y="0"/>
                </a:moveTo>
                <a:lnTo>
                  <a:pt x="2164275" y="0"/>
                </a:lnTo>
                <a:lnTo>
                  <a:pt x="2164275" y="1111896"/>
                </a:lnTo>
                <a:lnTo>
                  <a:pt x="0" y="111189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true" rot="-10800000">
            <a:off x="16123725" y="9731052"/>
            <a:ext cx="2164275" cy="1111896"/>
          </a:xfrm>
          <a:custGeom>
            <a:avLst/>
            <a:gdLst/>
            <a:ahLst/>
            <a:cxnLst/>
            <a:rect r="r" b="b" t="t" l="l"/>
            <a:pathLst>
              <a:path h="1111896" w="2164275">
                <a:moveTo>
                  <a:pt x="0" y="1111896"/>
                </a:moveTo>
                <a:lnTo>
                  <a:pt x="2164275" y="1111896"/>
                </a:lnTo>
                <a:lnTo>
                  <a:pt x="2164275" y="0"/>
                </a:lnTo>
                <a:lnTo>
                  <a:pt x="0" y="0"/>
                </a:lnTo>
                <a:lnTo>
                  <a:pt x="0" y="1111896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276137" y="3696517"/>
            <a:ext cx="10520536" cy="591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200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Infologia Technologies, established in 2017, is a Chennai-based IT services company delivering innovative solutions globally. Specializing in custom software, web and mobile applications, enterprise solutions, and logistics automation, Infologia has completed 89+ projects across industries like logistics, e-governance, CRM, and ERP. As a certified CargoWise Service Partner (2022), DP World Business Partner (2024), and Magaya Service Partner (2025), we excel in cloud automation, IT-enabled solutions. Our mission is to drive digital transformation with scalable, client-centric technology solutions.</a:t>
            </a: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  <a:r>
              <a:rPr lang="en-US" sz="2200" b="true">
                <a:solidFill>
                  <a:srgbClr val="1D1A1B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Core Expertise: </a:t>
            </a:r>
          </a:p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CargoWise Service Partner since 2022 </a:t>
            </a:r>
          </a:p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DP world Business Partner since 2024</a:t>
            </a:r>
          </a:p>
          <a:p>
            <a:pPr algn="just" marL="502920" indent="-167640" lvl="2">
              <a:lnSpc>
                <a:spcPts val="3079"/>
              </a:lnSpc>
              <a:buFont typeface="Arial"/>
              <a:buChar char="⚬"/>
            </a:pPr>
            <a:r>
              <a:rPr lang="en-US" sz="2200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Magaya Service Partner since 2025</a:t>
            </a:r>
          </a:p>
          <a:p>
            <a:pPr algn="just" marL="502920" indent="-167640" lvl="2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4187038" y="-4422135"/>
            <a:ext cx="7875679" cy="7343795"/>
          </a:xfrm>
          <a:custGeom>
            <a:avLst/>
            <a:gdLst/>
            <a:ahLst/>
            <a:cxnLst/>
            <a:rect r="r" b="b" t="t" l="l"/>
            <a:pathLst>
              <a:path h="7343795" w="7875679">
                <a:moveTo>
                  <a:pt x="0" y="0"/>
                </a:moveTo>
                <a:lnTo>
                  <a:pt x="7875679" y="0"/>
                </a:lnTo>
                <a:lnTo>
                  <a:pt x="7875679" y="7343795"/>
                </a:lnTo>
                <a:lnTo>
                  <a:pt x="0" y="734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64585" y="50826"/>
            <a:ext cx="2618432" cy="690611"/>
          </a:xfrm>
          <a:custGeom>
            <a:avLst/>
            <a:gdLst/>
            <a:ahLst/>
            <a:cxnLst/>
            <a:rect r="r" b="b" t="t" l="l"/>
            <a:pathLst>
              <a:path h="690611" w="2618432">
                <a:moveTo>
                  <a:pt x="0" y="0"/>
                </a:moveTo>
                <a:lnTo>
                  <a:pt x="2618433" y="0"/>
                </a:lnTo>
                <a:lnTo>
                  <a:pt x="2618433" y="690611"/>
                </a:lnTo>
                <a:lnTo>
                  <a:pt x="0" y="6906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23" r="0" b="-3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67984" y="-868531"/>
            <a:ext cx="3380209" cy="3084698"/>
          </a:xfrm>
          <a:custGeom>
            <a:avLst/>
            <a:gdLst/>
            <a:ahLst/>
            <a:cxnLst/>
            <a:rect r="r" b="b" t="t" l="l"/>
            <a:pathLst>
              <a:path h="3084698" w="3380209">
                <a:moveTo>
                  <a:pt x="0" y="0"/>
                </a:moveTo>
                <a:lnTo>
                  <a:pt x="3380209" y="0"/>
                </a:lnTo>
                <a:lnTo>
                  <a:pt x="3380209" y="3084699"/>
                </a:lnTo>
                <a:lnTo>
                  <a:pt x="0" y="30846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32722" y="-1100305"/>
            <a:ext cx="2215935" cy="1963872"/>
          </a:xfrm>
          <a:custGeom>
            <a:avLst/>
            <a:gdLst/>
            <a:ahLst/>
            <a:cxnLst/>
            <a:rect r="r" b="b" t="t" l="l"/>
            <a:pathLst>
              <a:path h="1963872" w="2215935">
                <a:moveTo>
                  <a:pt x="0" y="0"/>
                </a:moveTo>
                <a:lnTo>
                  <a:pt x="2215935" y="0"/>
                </a:lnTo>
                <a:lnTo>
                  <a:pt x="2215935" y="1963872"/>
                </a:lnTo>
                <a:lnTo>
                  <a:pt x="0" y="19638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43734" y="9671115"/>
            <a:ext cx="4377976" cy="718812"/>
          </a:xfrm>
          <a:custGeom>
            <a:avLst/>
            <a:gdLst/>
            <a:ahLst/>
            <a:cxnLst/>
            <a:rect r="r" b="b" t="t" l="l"/>
            <a:pathLst>
              <a:path h="718812" w="4377976">
                <a:moveTo>
                  <a:pt x="0" y="0"/>
                </a:moveTo>
                <a:lnTo>
                  <a:pt x="4377976" y="0"/>
                </a:lnTo>
                <a:lnTo>
                  <a:pt x="4377976" y="718812"/>
                </a:lnTo>
                <a:lnTo>
                  <a:pt x="0" y="7188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87321" y="9112007"/>
            <a:ext cx="2712827" cy="2349986"/>
          </a:xfrm>
          <a:custGeom>
            <a:avLst/>
            <a:gdLst/>
            <a:ahLst/>
            <a:cxnLst/>
            <a:rect r="r" b="b" t="t" l="l"/>
            <a:pathLst>
              <a:path h="2349986" w="2712827">
                <a:moveTo>
                  <a:pt x="0" y="0"/>
                </a:moveTo>
                <a:lnTo>
                  <a:pt x="2712827" y="0"/>
                </a:lnTo>
                <a:lnTo>
                  <a:pt x="2712827" y="2349986"/>
                </a:lnTo>
                <a:lnTo>
                  <a:pt x="0" y="23499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24" r="0" b="-2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95328" y="682805"/>
            <a:ext cx="9050501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6000" b="true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MILESTONES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573005" y="8692026"/>
            <a:ext cx="5086149" cy="4783096"/>
          </a:xfrm>
          <a:custGeom>
            <a:avLst/>
            <a:gdLst/>
            <a:ahLst/>
            <a:cxnLst/>
            <a:rect r="r" b="b" t="t" l="l"/>
            <a:pathLst>
              <a:path h="4783096" w="5086149">
                <a:moveTo>
                  <a:pt x="0" y="0"/>
                </a:moveTo>
                <a:lnTo>
                  <a:pt x="5086149" y="0"/>
                </a:lnTo>
                <a:lnTo>
                  <a:pt x="5086149" y="4783096"/>
                </a:lnTo>
                <a:lnTo>
                  <a:pt x="0" y="478309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41598" y="9805126"/>
            <a:ext cx="3380209" cy="3084699"/>
          </a:xfrm>
          <a:custGeom>
            <a:avLst/>
            <a:gdLst/>
            <a:ahLst/>
            <a:cxnLst/>
            <a:rect r="r" b="b" t="t" l="l"/>
            <a:pathLst>
              <a:path h="3084699" w="3380209">
                <a:moveTo>
                  <a:pt x="0" y="0"/>
                </a:moveTo>
                <a:lnTo>
                  <a:pt x="3380209" y="0"/>
                </a:lnTo>
                <a:lnTo>
                  <a:pt x="3380209" y="3084699"/>
                </a:lnTo>
                <a:lnTo>
                  <a:pt x="0" y="30846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762280" y="9599443"/>
            <a:ext cx="1177504" cy="797759"/>
          </a:xfrm>
          <a:custGeom>
            <a:avLst/>
            <a:gdLst/>
            <a:ahLst/>
            <a:cxnLst/>
            <a:rect r="r" b="b" t="t" l="l"/>
            <a:pathLst>
              <a:path h="797759" w="1177504">
                <a:moveTo>
                  <a:pt x="0" y="0"/>
                </a:moveTo>
                <a:lnTo>
                  <a:pt x="1177504" y="0"/>
                </a:lnTo>
                <a:lnTo>
                  <a:pt x="1177504" y="797759"/>
                </a:lnTo>
                <a:lnTo>
                  <a:pt x="0" y="79775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489650" y="-463235"/>
            <a:ext cx="2875835" cy="2628858"/>
          </a:xfrm>
          <a:custGeom>
            <a:avLst/>
            <a:gdLst/>
            <a:ahLst/>
            <a:cxnLst/>
            <a:rect r="r" b="b" t="t" l="l"/>
            <a:pathLst>
              <a:path h="2628858" w="2875835">
                <a:moveTo>
                  <a:pt x="0" y="0"/>
                </a:moveTo>
                <a:lnTo>
                  <a:pt x="2875835" y="0"/>
                </a:lnTo>
                <a:lnTo>
                  <a:pt x="2875835" y="2628858"/>
                </a:lnTo>
                <a:lnTo>
                  <a:pt x="0" y="262885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56783" y="5621756"/>
            <a:ext cx="1921300" cy="562285"/>
          </a:xfrm>
          <a:custGeom>
            <a:avLst/>
            <a:gdLst/>
            <a:ahLst/>
            <a:cxnLst/>
            <a:rect r="r" b="b" t="t" l="l"/>
            <a:pathLst>
              <a:path h="562285" w="1921300">
                <a:moveTo>
                  <a:pt x="0" y="0"/>
                </a:moveTo>
                <a:lnTo>
                  <a:pt x="1921300" y="0"/>
                </a:lnTo>
                <a:lnTo>
                  <a:pt x="1921300" y="562285"/>
                </a:lnTo>
                <a:lnTo>
                  <a:pt x="0" y="56228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178083" y="5621756"/>
            <a:ext cx="1921300" cy="562285"/>
          </a:xfrm>
          <a:custGeom>
            <a:avLst/>
            <a:gdLst/>
            <a:ahLst/>
            <a:cxnLst/>
            <a:rect r="r" b="b" t="t" l="l"/>
            <a:pathLst>
              <a:path h="562285" w="1921300">
                <a:moveTo>
                  <a:pt x="0" y="0"/>
                </a:moveTo>
                <a:lnTo>
                  <a:pt x="1921299" y="0"/>
                </a:lnTo>
                <a:lnTo>
                  <a:pt x="1921299" y="562285"/>
                </a:lnTo>
                <a:lnTo>
                  <a:pt x="0" y="56228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793542" y="6376780"/>
            <a:ext cx="739661" cy="739661"/>
          </a:xfrm>
          <a:custGeom>
            <a:avLst/>
            <a:gdLst/>
            <a:ahLst/>
            <a:cxnLst/>
            <a:rect r="r" b="b" t="t" l="l"/>
            <a:pathLst>
              <a:path h="739661" w="739661">
                <a:moveTo>
                  <a:pt x="0" y="0"/>
                </a:moveTo>
                <a:lnTo>
                  <a:pt x="739661" y="0"/>
                </a:lnTo>
                <a:lnTo>
                  <a:pt x="739661" y="739660"/>
                </a:lnTo>
                <a:lnTo>
                  <a:pt x="0" y="73966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697280" y="4807226"/>
            <a:ext cx="739661" cy="739661"/>
          </a:xfrm>
          <a:custGeom>
            <a:avLst/>
            <a:gdLst/>
            <a:ahLst/>
            <a:cxnLst/>
            <a:rect r="r" b="b" t="t" l="l"/>
            <a:pathLst>
              <a:path h="739661" w="739661">
                <a:moveTo>
                  <a:pt x="0" y="0"/>
                </a:moveTo>
                <a:lnTo>
                  <a:pt x="739660" y="0"/>
                </a:lnTo>
                <a:lnTo>
                  <a:pt x="739660" y="739660"/>
                </a:lnTo>
                <a:lnTo>
                  <a:pt x="0" y="73966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158007" y="6178676"/>
            <a:ext cx="10730" cy="238753"/>
            <a:chOff x="0" y="0"/>
            <a:chExt cx="14307" cy="3183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9525"/>
              <a:ext cx="19050" cy="304038"/>
            </a:xfrm>
            <a:custGeom>
              <a:avLst/>
              <a:gdLst/>
              <a:ahLst/>
              <a:cxnLst/>
              <a:rect r="r" b="b" t="t" l="l"/>
              <a:pathLst>
                <a:path h="304038" w="19050">
                  <a:moveTo>
                    <a:pt x="19050" y="0"/>
                  </a:moveTo>
                  <a:lnTo>
                    <a:pt x="19050" y="304038"/>
                  </a:lnTo>
                  <a:lnTo>
                    <a:pt x="0" y="304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A1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061745" y="5506237"/>
            <a:ext cx="10730" cy="238753"/>
            <a:chOff x="0" y="0"/>
            <a:chExt cx="14307" cy="3183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9525"/>
              <a:ext cx="19050" cy="304038"/>
            </a:xfrm>
            <a:custGeom>
              <a:avLst/>
              <a:gdLst/>
              <a:ahLst/>
              <a:cxnLst/>
              <a:rect r="r" b="b" t="t" l="l"/>
              <a:pathLst>
                <a:path h="304038" w="19050">
                  <a:moveTo>
                    <a:pt x="19050" y="0"/>
                  </a:moveTo>
                  <a:lnTo>
                    <a:pt x="19050" y="304038"/>
                  </a:lnTo>
                  <a:lnTo>
                    <a:pt x="0" y="304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A1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516092" y="5734333"/>
            <a:ext cx="844695" cy="458157"/>
          </a:xfrm>
          <a:custGeom>
            <a:avLst/>
            <a:gdLst/>
            <a:ahLst/>
            <a:cxnLst/>
            <a:rect r="r" b="b" t="t" l="l"/>
            <a:pathLst>
              <a:path h="458157" w="844695">
                <a:moveTo>
                  <a:pt x="0" y="0"/>
                </a:moveTo>
                <a:lnTo>
                  <a:pt x="844695" y="0"/>
                </a:lnTo>
                <a:lnTo>
                  <a:pt x="844695" y="458157"/>
                </a:lnTo>
                <a:lnTo>
                  <a:pt x="0" y="45815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865918" y="5506074"/>
            <a:ext cx="905991" cy="905991"/>
          </a:xfrm>
          <a:custGeom>
            <a:avLst/>
            <a:gdLst/>
            <a:ahLst/>
            <a:cxnLst/>
            <a:rect r="r" b="b" t="t" l="l"/>
            <a:pathLst>
              <a:path h="905991" w="905991">
                <a:moveTo>
                  <a:pt x="0" y="0"/>
                </a:moveTo>
                <a:lnTo>
                  <a:pt x="905991" y="0"/>
                </a:lnTo>
                <a:lnTo>
                  <a:pt x="905991" y="905991"/>
                </a:lnTo>
                <a:lnTo>
                  <a:pt x="0" y="905991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990144" y="6588958"/>
            <a:ext cx="346457" cy="315275"/>
          </a:xfrm>
          <a:custGeom>
            <a:avLst/>
            <a:gdLst/>
            <a:ahLst/>
            <a:cxnLst/>
            <a:rect r="r" b="b" t="t" l="l"/>
            <a:pathLst>
              <a:path h="315275" w="346457">
                <a:moveTo>
                  <a:pt x="0" y="0"/>
                </a:moveTo>
                <a:lnTo>
                  <a:pt x="346457" y="0"/>
                </a:lnTo>
                <a:lnTo>
                  <a:pt x="346457" y="315276"/>
                </a:lnTo>
                <a:lnTo>
                  <a:pt x="0" y="31527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-490" r="0" b="-49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883704" y="4975234"/>
            <a:ext cx="366811" cy="403643"/>
          </a:xfrm>
          <a:custGeom>
            <a:avLst/>
            <a:gdLst/>
            <a:ahLst/>
            <a:cxnLst/>
            <a:rect r="r" b="b" t="t" l="l"/>
            <a:pathLst>
              <a:path h="403643" w="366811">
                <a:moveTo>
                  <a:pt x="0" y="0"/>
                </a:moveTo>
                <a:lnTo>
                  <a:pt x="366811" y="0"/>
                </a:lnTo>
                <a:lnTo>
                  <a:pt x="366811" y="403644"/>
                </a:lnTo>
                <a:lnTo>
                  <a:pt x="0" y="403644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97" r="0" b="-97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814160" y="5826884"/>
            <a:ext cx="806547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2020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35459" y="5826884"/>
            <a:ext cx="806547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2021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26303" y="7562203"/>
            <a:ext cx="2317877" cy="736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0"/>
              </a:lnSpc>
            </a:pPr>
            <a:r>
              <a:rPr lang="en-US" sz="1057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Partnered with Vishala designs for TNPSC portal, a prestigious project commissioned by Tamil Nadu State Government.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78083" y="3925903"/>
            <a:ext cx="2313275" cy="55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0"/>
              </a:lnSpc>
            </a:pPr>
            <a:r>
              <a:rPr lang="en-US" sz="1057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Created HRMS, HMS, E-Magazine, ERP and CRM solutions for clients in Saudi Arabia and other countries.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75200" y="7212736"/>
            <a:ext cx="2484467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Privileged Collaborations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95451" y="7562203"/>
            <a:ext cx="2317877" cy="736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0"/>
              </a:lnSpc>
            </a:pPr>
            <a:r>
              <a:rPr lang="en-US" sz="1057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Founded by young, creative developers focused on website and web application development with high-quality services.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414184" y="5621756"/>
            <a:ext cx="1921300" cy="562285"/>
          </a:xfrm>
          <a:custGeom>
            <a:avLst/>
            <a:gdLst/>
            <a:ahLst/>
            <a:cxnLst/>
            <a:rect r="r" b="b" t="t" l="l"/>
            <a:pathLst>
              <a:path h="562285" w="1921300">
                <a:moveTo>
                  <a:pt x="0" y="0"/>
                </a:moveTo>
                <a:lnTo>
                  <a:pt x="1921300" y="0"/>
                </a:lnTo>
                <a:lnTo>
                  <a:pt x="1921300" y="562285"/>
                </a:lnTo>
                <a:lnTo>
                  <a:pt x="0" y="56228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335484" y="5621756"/>
            <a:ext cx="1921300" cy="562285"/>
          </a:xfrm>
          <a:custGeom>
            <a:avLst/>
            <a:gdLst/>
            <a:ahLst/>
            <a:cxnLst/>
            <a:rect r="r" b="b" t="t" l="l"/>
            <a:pathLst>
              <a:path h="562285" w="1921300">
                <a:moveTo>
                  <a:pt x="0" y="0"/>
                </a:moveTo>
                <a:lnTo>
                  <a:pt x="1921300" y="0"/>
                </a:lnTo>
                <a:lnTo>
                  <a:pt x="1921300" y="562285"/>
                </a:lnTo>
                <a:lnTo>
                  <a:pt x="0" y="56228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953839" y="6376780"/>
            <a:ext cx="739661" cy="739661"/>
          </a:xfrm>
          <a:custGeom>
            <a:avLst/>
            <a:gdLst/>
            <a:ahLst/>
            <a:cxnLst/>
            <a:rect r="r" b="b" t="t" l="l"/>
            <a:pathLst>
              <a:path h="739661" w="739661">
                <a:moveTo>
                  <a:pt x="0" y="0"/>
                </a:moveTo>
                <a:lnTo>
                  <a:pt x="739660" y="0"/>
                </a:lnTo>
                <a:lnTo>
                  <a:pt x="739660" y="739660"/>
                </a:lnTo>
                <a:lnTo>
                  <a:pt x="0" y="73966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3857576" y="4807226"/>
            <a:ext cx="739661" cy="739661"/>
          </a:xfrm>
          <a:custGeom>
            <a:avLst/>
            <a:gdLst/>
            <a:ahLst/>
            <a:cxnLst/>
            <a:rect r="r" b="b" t="t" l="l"/>
            <a:pathLst>
              <a:path h="739661" w="739661">
                <a:moveTo>
                  <a:pt x="0" y="0"/>
                </a:moveTo>
                <a:lnTo>
                  <a:pt x="739660" y="0"/>
                </a:lnTo>
                <a:lnTo>
                  <a:pt x="739660" y="739660"/>
                </a:lnTo>
                <a:lnTo>
                  <a:pt x="0" y="739660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2318303" y="6178676"/>
            <a:ext cx="10730" cy="238753"/>
            <a:chOff x="0" y="0"/>
            <a:chExt cx="14307" cy="31833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9525"/>
              <a:ext cx="19050" cy="304038"/>
            </a:xfrm>
            <a:custGeom>
              <a:avLst/>
              <a:gdLst/>
              <a:ahLst/>
              <a:cxnLst/>
              <a:rect r="r" b="b" t="t" l="l"/>
              <a:pathLst>
                <a:path h="304038" w="19050">
                  <a:moveTo>
                    <a:pt x="19050" y="0"/>
                  </a:moveTo>
                  <a:lnTo>
                    <a:pt x="19050" y="304038"/>
                  </a:lnTo>
                  <a:lnTo>
                    <a:pt x="0" y="304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A1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222041" y="5506237"/>
            <a:ext cx="10730" cy="238753"/>
            <a:chOff x="0" y="0"/>
            <a:chExt cx="14307" cy="3183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9525"/>
              <a:ext cx="19050" cy="304038"/>
            </a:xfrm>
            <a:custGeom>
              <a:avLst/>
              <a:gdLst/>
              <a:ahLst/>
              <a:cxnLst/>
              <a:rect r="r" b="b" t="t" l="l"/>
              <a:pathLst>
                <a:path h="304038" w="19050">
                  <a:moveTo>
                    <a:pt x="19050" y="0"/>
                  </a:moveTo>
                  <a:lnTo>
                    <a:pt x="19050" y="304038"/>
                  </a:lnTo>
                  <a:lnTo>
                    <a:pt x="0" y="304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A1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2172422" y="6588958"/>
            <a:ext cx="346457" cy="315275"/>
          </a:xfrm>
          <a:custGeom>
            <a:avLst/>
            <a:gdLst/>
            <a:ahLst/>
            <a:cxnLst/>
            <a:rect r="r" b="b" t="t" l="l"/>
            <a:pathLst>
              <a:path h="315275" w="346457">
                <a:moveTo>
                  <a:pt x="0" y="0"/>
                </a:moveTo>
                <a:lnTo>
                  <a:pt x="346457" y="0"/>
                </a:lnTo>
                <a:lnTo>
                  <a:pt x="346457" y="315276"/>
                </a:lnTo>
                <a:lnTo>
                  <a:pt x="0" y="315276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-490" r="0" b="-49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4073668" y="5013288"/>
            <a:ext cx="307475" cy="327537"/>
          </a:xfrm>
          <a:custGeom>
            <a:avLst/>
            <a:gdLst/>
            <a:ahLst/>
            <a:cxnLst/>
            <a:rect r="r" b="b" t="t" l="l"/>
            <a:pathLst>
              <a:path h="327537" w="307475">
                <a:moveTo>
                  <a:pt x="0" y="0"/>
                </a:moveTo>
                <a:lnTo>
                  <a:pt x="307476" y="0"/>
                </a:lnTo>
                <a:lnTo>
                  <a:pt x="307476" y="327537"/>
                </a:lnTo>
                <a:lnTo>
                  <a:pt x="0" y="327537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-218" t="0" r="-218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971561" y="5826884"/>
            <a:ext cx="806547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2017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680661" y="5826884"/>
            <a:ext cx="1093490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2019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174685" y="3925903"/>
            <a:ext cx="2325794" cy="736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0"/>
              </a:lnSpc>
            </a:pPr>
            <a:r>
              <a:rPr lang="en-US" sz="1057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Growth into Telecommunication and Automobile industries, incorporating Blockchain technology to enhance projects.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23818" y="7212736"/>
            <a:ext cx="1862831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The Startup Stage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174685" y="3604001"/>
            <a:ext cx="2140568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Expansion Stage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849586" y="3620310"/>
            <a:ext cx="3104140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Advanced Product Development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954287" y="7562203"/>
            <a:ext cx="2138011" cy="55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0"/>
              </a:lnSpc>
            </a:pPr>
            <a:r>
              <a:rPr lang="en-US" sz="1057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Became registered CargoWise Service Partners with a team of 15 certified professionals.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091825" y="5623334"/>
            <a:ext cx="1921300" cy="562285"/>
          </a:xfrm>
          <a:custGeom>
            <a:avLst/>
            <a:gdLst/>
            <a:ahLst/>
            <a:cxnLst/>
            <a:rect r="r" b="b" t="t" l="l"/>
            <a:pathLst>
              <a:path h="562285" w="1921300">
                <a:moveTo>
                  <a:pt x="0" y="0"/>
                </a:moveTo>
                <a:lnTo>
                  <a:pt x="1921300" y="0"/>
                </a:lnTo>
                <a:lnTo>
                  <a:pt x="1921300" y="562285"/>
                </a:lnTo>
                <a:lnTo>
                  <a:pt x="0" y="56228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013125" y="5623334"/>
            <a:ext cx="1921300" cy="562285"/>
          </a:xfrm>
          <a:custGeom>
            <a:avLst/>
            <a:gdLst/>
            <a:ahLst/>
            <a:cxnLst/>
            <a:rect r="r" b="b" t="t" l="l"/>
            <a:pathLst>
              <a:path h="562285" w="1921300">
                <a:moveTo>
                  <a:pt x="0" y="0"/>
                </a:moveTo>
                <a:lnTo>
                  <a:pt x="1921300" y="0"/>
                </a:lnTo>
                <a:lnTo>
                  <a:pt x="1921300" y="562285"/>
                </a:lnTo>
                <a:lnTo>
                  <a:pt x="0" y="56228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9631480" y="6378358"/>
            <a:ext cx="739661" cy="739661"/>
          </a:xfrm>
          <a:custGeom>
            <a:avLst/>
            <a:gdLst/>
            <a:ahLst/>
            <a:cxnLst/>
            <a:rect r="r" b="b" t="t" l="l"/>
            <a:pathLst>
              <a:path h="739661" w="739661">
                <a:moveTo>
                  <a:pt x="0" y="0"/>
                </a:moveTo>
                <a:lnTo>
                  <a:pt x="739661" y="0"/>
                </a:lnTo>
                <a:lnTo>
                  <a:pt x="739661" y="739660"/>
                </a:lnTo>
                <a:lnTo>
                  <a:pt x="0" y="739660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1535217" y="4808803"/>
            <a:ext cx="739661" cy="739661"/>
          </a:xfrm>
          <a:custGeom>
            <a:avLst/>
            <a:gdLst/>
            <a:ahLst/>
            <a:cxnLst/>
            <a:rect r="r" b="b" t="t" l="l"/>
            <a:pathLst>
              <a:path h="739661" w="739661">
                <a:moveTo>
                  <a:pt x="0" y="0"/>
                </a:moveTo>
                <a:lnTo>
                  <a:pt x="739661" y="0"/>
                </a:lnTo>
                <a:lnTo>
                  <a:pt x="739661" y="739661"/>
                </a:lnTo>
                <a:lnTo>
                  <a:pt x="0" y="739661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9995945" y="6180254"/>
            <a:ext cx="10730" cy="238753"/>
            <a:chOff x="0" y="0"/>
            <a:chExt cx="14307" cy="31833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9525"/>
              <a:ext cx="19050" cy="304038"/>
            </a:xfrm>
            <a:custGeom>
              <a:avLst/>
              <a:gdLst/>
              <a:ahLst/>
              <a:cxnLst/>
              <a:rect r="r" b="b" t="t" l="l"/>
              <a:pathLst>
                <a:path h="304038" w="19050">
                  <a:moveTo>
                    <a:pt x="19050" y="0"/>
                  </a:moveTo>
                  <a:lnTo>
                    <a:pt x="19050" y="304038"/>
                  </a:lnTo>
                  <a:lnTo>
                    <a:pt x="0" y="304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A1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899683" y="5507814"/>
            <a:ext cx="10730" cy="238753"/>
            <a:chOff x="0" y="0"/>
            <a:chExt cx="14307" cy="31833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9525"/>
              <a:ext cx="19050" cy="304038"/>
            </a:xfrm>
            <a:custGeom>
              <a:avLst/>
              <a:gdLst/>
              <a:ahLst/>
              <a:cxnLst/>
              <a:rect r="r" b="b" t="t" l="l"/>
              <a:pathLst>
                <a:path h="304038" w="19050">
                  <a:moveTo>
                    <a:pt x="19050" y="0"/>
                  </a:moveTo>
                  <a:lnTo>
                    <a:pt x="19050" y="304038"/>
                  </a:lnTo>
                  <a:lnTo>
                    <a:pt x="0" y="304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A1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9850064" y="6590536"/>
            <a:ext cx="346457" cy="315275"/>
          </a:xfrm>
          <a:custGeom>
            <a:avLst/>
            <a:gdLst/>
            <a:ahLst/>
            <a:cxnLst/>
            <a:rect r="r" b="b" t="t" l="l"/>
            <a:pathLst>
              <a:path h="315275" w="346457">
                <a:moveTo>
                  <a:pt x="0" y="0"/>
                </a:moveTo>
                <a:lnTo>
                  <a:pt x="346456" y="0"/>
                </a:lnTo>
                <a:lnTo>
                  <a:pt x="346456" y="315275"/>
                </a:lnTo>
                <a:lnTo>
                  <a:pt x="0" y="31527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-490" r="0" b="-49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1751310" y="5014865"/>
            <a:ext cx="307475" cy="327537"/>
          </a:xfrm>
          <a:custGeom>
            <a:avLst/>
            <a:gdLst/>
            <a:ahLst/>
            <a:cxnLst/>
            <a:rect r="r" b="b" t="t" l="l"/>
            <a:pathLst>
              <a:path h="327537" w="307475">
                <a:moveTo>
                  <a:pt x="0" y="0"/>
                </a:moveTo>
                <a:lnTo>
                  <a:pt x="307475" y="0"/>
                </a:lnTo>
                <a:lnTo>
                  <a:pt x="307475" y="327537"/>
                </a:lnTo>
                <a:lnTo>
                  <a:pt x="0" y="327537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-218" t="0" r="-218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9649202" y="5828461"/>
            <a:ext cx="806547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2022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570501" y="5828461"/>
            <a:ext cx="806547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2023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861080" y="3957745"/>
            <a:ext cx="2087936" cy="55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0"/>
              </a:lnSpc>
            </a:pPr>
            <a:r>
              <a:rPr lang="en-US" sz="1057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Developed Track and Trace, API Invoice, Analytical Dashboards for logistics sector.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944824" y="7214314"/>
            <a:ext cx="2215304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CargoWise Partnership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064290" y="3620310"/>
            <a:ext cx="1583192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Logistics Focus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043443" y="7562203"/>
            <a:ext cx="2023625" cy="55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0"/>
              </a:lnSpc>
            </a:pPr>
            <a:r>
              <a:rPr lang="en-US" sz="1057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Achieved significant milestone becoming an official Business Partner with DP World.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12916263" y="5618992"/>
            <a:ext cx="1921300" cy="562285"/>
          </a:xfrm>
          <a:custGeom>
            <a:avLst/>
            <a:gdLst/>
            <a:ahLst/>
            <a:cxnLst/>
            <a:rect r="r" b="b" t="t" l="l"/>
            <a:pathLst>
              <a:path h="562285" w="1921300">
                <a:moveTo>
                  <a:pt x="0" y="0"/>
                </a:moveTo>
                <a:lnTo>
                  <a:pt x="1921300" y="0"/>
                </a:lnTo>
                <a:lnTo>
                  <a:pt x="1921300" y="562285"/>
                </a:lnTo>
                <a:lnTo>
                  <a:pt x="0" y="56228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4837563" y="5618992"/>
            <a:ext cx="1921300" cy="562285"/>
          </a:xfrm>
          <a:custGeom>
            <a:avLst/>
            <a:gdLst/>
            <a:ahLst/>
            <a:cxnLst/>
            <a:rect r="r" b="b" t="t" l="l"/>
            <a:pathLst>
              <a:path h="562285" w="1921300">
                <a:moveTo>
                  <a:pt x="0" y="0"/>
                </a:moveTo>
                <a:lnTo>
                  <a:pt x="1921300" y="0"/>
                </a:lnTo>
                <a:lnTo>
                  <a:pt x="1921300" y="562285"/>
                </a:lnTo>
                <a:lnTo>
                  <a:pt x="0" y="56228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3455918" y="6374016"/>
            <a:ext cx="739661" cy="739661"/>
          </a:xfrm>
          <a:custGeom>
            <a:avLst/>
            <a:gdLst/>
            <a:ahLst/>
            <a:cxnLst/>
            <a:rect r="r" b="b" t="t" l="l"/>
            <a:pathLst>
              <a:path h="739661" w="739661">
                <a:moveTo>
                  <a:pt x="0" y="0"/>
                </a:moveTo>
                <a:lnTo>
                  <a:pt x="739660" y="0"/>
                </a:lnTo>
                <a:lnTo>
                  <a:pt x="739660" y="739661"/>
                </a:lnTo>
                <a:lnTo>
                  <a:pt x="0" y="739661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5359656" y="4804461"/>
            <a:ext cx="739661" cy="739661"/>
          </a:xfrm>
          <a:custGeom>
            <a:avLst/>
            <a:gdLst/>
            <a:ahLst/>
            <a:cxnLst/>
            <a:rect r="r" b="b" t="t" l="l"/>
            <a:pathLst>
              <a:path h="739661" w="739661">
                <a:moveTo>
                  <a:pt x="0" y="0"/>
                </a:moveTo>
                <a:lnTo>
                  <a:pt x="739660" y="0"/>
                </a:lnTo>
                <a:lnTo>
                  <a:pt x="739660" y="739661"/>
                </a:lnTo>
                <a:lnTo>
                  <a:pt x="0" y="739661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3820383" y="6175912"/>
            <a:ext cx="10730" cy="238753"/>
            <a:chOff x="0" y="0"/>
            <a:chExt cx="14307" cy="31833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9525"/>
              <a:ext cx="19050" cy="304038"/>
            </a:xfrm>
            <a:custGeom>
              <a:avLst/>
              <a:gdLst/>
              <a:ahLst/>
              <a:cxnLst/>
              <a:rect r="r" b="b" t="t" l="l"/>
              <a:pathLst>
                <a:path h="304038" w="19050">
                  <a:moveTo>
                    <a:pt x="19050" y="0"/>
                  </a:moveTo>
                  <a:lnTo>
                    <a:pt x="19050" y="304038"/>
                  </a:lnTo>
                  <a:lnTo>
                    <a:pt x="0" y="304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A1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5724120" y="5503473"/>
            <a:ext cx="10730" cy="238753"/>
            <a:chOff x="0" y="0"/>
            <a:chExt cx="14307" cy="31833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9525"/>
              <a:ext cx="19050" cy="304038"/>
            </a:xfrm>
            <a:custGeom>
              <a:avLst/>
              <a:gdLst/>
              <a:ahLst/>
              <a:cxnLst/>
              <a:rect r="r" b="b" t="t" l="l"/>
              <a:pathLst>
                <a:path h="304038" w="19050">
                  <a:moveTo>
                    <a:pt x="19050" y="0"/>
                  </a:moveTo>
                  <a:lnTo>
                    <a:pt x="19050" y="304038"/>
                  </a:lnTo>
                  <a:lnTo>
                    <a:pt x="0" y="304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A1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4" id="74"/>
          <p:cNvSpPr/>
          <p:nvPr/>
        </p:nvSpPr>
        <p:spPr>
          <a:xfrm flipH="false" flipV="false" rot="0">
            <a:off x="13674501" y="6586195"/>
            <a:ext cx="346457" cy="315275"/>
          </a:xfrm>
          <a:custGeom>
            <a:avLst/>
            <a:gdLst/>
            <a:ahLst/>
            <a:cxnLst/>
            <a:rect r="r" b="b" t="t" l="l"/>
            <a:pathLst>
              <a:path h="315275" w="346457">
                <a:moveTo>
                  <a:pt x="0" y="0"/>
                </a:moveTo>
                <a:lnTo>
                  <a:pt x="346457" y="0"/>
                </a:lnTo>
                <a:lnTo>
                  <a:pt x="346457" y="315275"/>
                </a:lnTo>
                <a:lnTo>
                  <a:pt x="0" y="31527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-490" r="0" b="-49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5575748" y="5010523"/>
            <a:ext cx="307475" cy="327537"/>
          </a:xfrm>
          <a:custGeom>
            <a:avLst/>
            <a:gdLst/>
            <a:ahLst/>
            <a:cxnLst/>
            <a:rect r="r" b="b" t="t" l="l"/>
            <a:pathLst>
              <a:path h="327537" w="307475">
                <a:moveTo>
                  <a:pt x="0" y="0"/>
                </a:moveTo>
                <a:lnTo>
                  <a:pt x="307475" y="0"/>
                </a:lnTo>
                <a:lnTo>
                  <a:pt x="307475" y="327537"/>
                </a:lnTo>
                <a:lnTo>
                  <a:pt x="0" y="327537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-218" t="0" r="-218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13473640" y="5824120"/>
            <a:ext cx="806547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2024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5394940" y="5824120"/>
            <a:ext cx="806547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2025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560216" y="3957745"/>
            <a:ext cx="2338540" cy="55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0"/>
              </a:lnSpc>
            </a:pPr>
            <a:r>
              <a:rPr lang="en-US" sz="1057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Established as a certified Service Partner with Magaya, expanding our logistics technology portfolio.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025897" y="7209972"/>
            <a:ext cx="2041170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DP World Partnership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618294" y="3620310"/>
            <a:ext cx="2140568" cy="24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555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Magaya Partnership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true" rot="0">
            <a:off x="11648768" y="9648593"/>
            <a:ext cx="3421181" cy="3032021"/>
          </a:xfrm>
          <a:custGeom>
            <a:avLst/>
            <a:gdLst/>
            <a:ahLst/>
            <a:cxnLst/>
            <a:rect r="r" b="b" t="t" l="l"/>
            <a:pathLst>
              <a:path h="3032021" w="3421181">
                <a:moveTo>
                  <a:pt x="0" y="3032021"/>
                </a:moveTo>
                <a:lnTo>
                  <a:pt x="3421181" y="3032021"/>
                </a:lnTo>
                <a:lnTo>
                  <a:pt x="3421181" y="0"/>
                </a:lnTo>
                <a:lnTo>
                  <a:pt x="0" y="0"/>
                </a:lnTo>
                <a:lnTo>
                  <a:pt x="0" y="3032021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" t="0" r="-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104488" y="-2010197"/>
            <a:ext cx="3859024" cy="3342880"/>
          </a:xfrm>
          <a:custGeom>
            <a:avLst/>
            <a:gdLst/>
            <a:ahLst/>
            <a:cxnLst/>
            <a:rect r="r" b="b" t="t" l="l"/>
            <a:pathLst>
              <a:path h="3342880" w="3859024">
                <a:moveTo>
                  <a:pt x="0" y="0"/>
                </a:moveTo>
                <a:lnTo>
                  <a:pt x="3859024" y="0"/>
                </a:lnTo>
                <a:lnTo>
                  <a:pt x="3859024" y="3342880"/>
                </a:lnTo>
                <a:lnTo>
                  <a:pt x="0" y="33428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9" t="0" r="-9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13710" y="8960800"/>
            <a:ext cx="3741886" cy="4255427"/>
          </a:xfrm>
          <a:custGeom>
            <a:avLst/>
            <a:gdLst/>
            <a:ahLst/>
            <a:cxnLst/>
            <a:rect r="r" b="b" t="t" l="l"/>
            <a:pathLst>
              <a:path h="4255427" w="3741886">
                <a:moveTo>
                  <a:pt x="0" y="0"/>
                </a:moveTo>
                <a:lnTo>
                  <a:pt x="3741886" y="0"/>
                </a:lnTo>
                <a:lnTo>
                  <a:pt x="3741886" y="4255428"/>
                </a:lnTo>
                <a:lnTo>
                  <a:pt x="0" y="4255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69986" y="-2391801"/>
            <a:ext cx="7253626" cy="6051313"/>
          </a:xfrm>
          <a:custGeom>
            <a:avLst/>
            <a:gdLst/>
            <a:ahLst/>
            <a:cxnLst/>
            <a:rect r="r" b="b" t="t" l="l"/>
            <a:pathLst>
              <a:path h="6051313" w="7253626">
                <a:moveTo>
                  <a:pt x="0" y="0"/>
                </a:moveTo>
                <a:lnTo>
                  <a:pt x="7253625" y="0"/>
                </a:lnTo>
                <a:lnTo>
                  <a:pt x="7253625" y="6051313"/>
                </a:lnTo>
                <a:lnTo>
                  <a:pt x="0" y="60513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347275" y="8865738"/>
            <a:ext cx="11457973" cy="7408442"/>
          </a:xfrm>
          <a:custGeom>
            <a:avLst/>
            <a:gdLst/>
            <a:ahLst/>
            <a:cxnLst/>
            <a:rect r="r" b="b" t="t" l="l"/>
            <a:pathLst>
              <a:path h="7408442" w="11457973">
                <a:moveTo>
                  <a:pt x="0" y="0"/>
                </a:moveTo>
                <a:lnTo>
                  <a:pt x="11457972" y="0"/>
                </a:lnTo>
                <a:lnTo>
                  <a:pt x="11457972" y="7408442"/>
                </a:lnTo>
                <a:lnTo>
                  <a:pt x="0" y="74084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90058" y="9087050"/>
            <a:ext cx="4229921" cy="697823"/>
          </a:xfrm>
          <a:custGeom>
            <a:avLst/>
            <a:gdLst/>
            <a:ahLst/>
            <a:cxnLst/>
            <a:rect r="r" b="b" t="t" l="l"/>
            <a:pathLst>
              <a:path h="697823" w="4229921">
                <a:moveTo>
                  <a:pt x="0" y="0"/>
                </a:moveTo>
                <a:lnTo>
                  <a:pt x="4229920" y="0"/>
                </a:lnTo>
                <a:lnTo>
                  <a:pt x="4229920" y="697823"/>
                </a:lnTo>
                <a:lnTo>
                  <a:pt x="0" y="6978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242182" r="0" b="-24218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60109" y="9779659"/>
            <a:ext cx="8431575" cy="3084698"/>
          </a:xfrm>
          <a:custGeom>
            <a:avLst/>
            <a:gdLst/>
            <a:ahLst/>
            <a:cxnLst/>
            <a:rect r="r" b="b" t="t" l="l"/>
            <a:pathLst>
              <a:path h="3084698" w="8431575">
                <a:moveTo>
                  <a:pt x="0" y="0"/>
                </a:moveTo>
                <a:lnTo>
                  <a:pt x="8431575" y="0"/>
                </a:lnTo>
                <a:lnTo>
                  <a:pt x="8431575" y="3084698"/>
                </a:lnTo>
                <a:lnTo>
                  <a:pt x="0" y="30846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607148" y="9944100"/>
            <a:ext cx="1177504" cy="797759"/>
          </a:xfrm>
          <a:custGeom>
            <a:avLst/>
            <a:gdLst/>
            <a:ahLst/>
            <a:cxnLst/>
            <a:rect r="r" b="b" t="t" l="l"/>
            <a:pathLst>
              <a:path h="797759" w="1177504">
                <a:moveTo>
                  <a:pt x="0" y="0"/>
                </a:moveTo>
                <a:lnTo>
                  <a:pt x="1177504" y="0"/>
                </a:lnTo>
                <a:lnTo>
                  <a:pt x="1177504" y="797759"/>
                </a:lnTo>
                <a:lnTo>
                  <a:pt x="0" y="79775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13076" y="485815"/>
            <a:ext cx="2058331" cy="542885"/>
          </a:xfrm>
          <a:custGeom>
            <a:avLst/>
            <a:gdLst/>
            <a:ahLst/>
            <a:cxnLst/>
            <a:rect r="r" b="b" t="t" l="l"/>
            <a:pathLst>
              <a:path h="542885" w="2058331">
                <a:moveTo>
                  <a:pt x="0" y="0"/>
                </a:moveTo>
                <a:lnTo>
                  <a:pt x="2058331" y="0"/>
                </a:lnTo>
                <a:lnTo>
                  <a:pt x="2058331" y="542885"/>
                </a:lnTo>
                <a:lnTo>
                  <a:pt x="0" y="5428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669" r="0" b="-66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744946" y="3252698"/>
            <a:ext cx="17226716" cy="2083390"/>
          </a:xfrm>
          <a:custGeom>
            <a:avLst/>
            <a:gdLst/>
            <a:ahLst/>
            <a:cxnLst/>
            <a:rect r="r" b="b" t="t" l="l"/>
            <a:pathLst>
              <a:path h="2083390" w="17226716">
                <a:moveTo>
                  <a:pt x="0" y="0"/>
                </a:moveTo>
                <a:lnTo>
                  <a:pt x="17226716" y="0"/>
                </a:lnTo>
                <a:lnTo>
                  <a:pt x="17226716" y="2083390"/>
                </a:lnTo>
                <a:lnTo>
                  <a:pt x="0" y="2083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6671" y="3661226"/>
            <a:ext cx="1833367" cy="1833368"/>
          </a:xfrm>
          <a:custGeom>
            <a:avLst/>
            <a:gdLst/>
            <a:ahLst/>
            <a:cxnLst/>
            <a:rect r="r" b="b" t="t" l="l"/>
            <a:pathLst>
              <a:path h="1833368" w="1833367">
                <a:moveTo>
                  <a:pt x="0" y="0"/>
                </a:moveTo>
                <a:lnTo>
                  <a:pt x="1833367" y="0"/>
                </a:lnTo>
                <a:lnTo>
                  <a:pt x="1833367" y="1833368"/>
                </a:lnTo>
                <a:lnTo>
                  <a:pt x="0" y="183336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40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08033" y="3610292"/>
            <a:ext cx="1550644" cy="1550644"/>
          </a:xfrm>
          <a:custGeom>
            <a:avLst/>
            <a:gdLst/>
            <a:ahLst/>
            <a:cxnLst/>
            <a:rect r="r" b="b" t="t" l="l"/>
            <a:pathLst>
              <a:path h="1550644" w="1550644">
                <a:moveTo>
                  <a:pt x="0" y="0"/>
                </a:moveTo>
                <a:lnTo>
                  <a:pt x="1550643" y="0"/>
                </a:lnTo>
                <a:lnTo>
                  <a:pt x="1550643" y="1550644"/>
                </a:lnTo>
                <a:lnTo>
                  <a:pt x="0" y="155064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382009" y="3661226"/>
            <a:ext cx="1833367" cy="1833368"/>
          </a:xfrm>
          <a:custGeom>
            <a:avLst/>
            <a:gdLst/>
            <a:ahLst/>
            <a:cxnLst/>
            <a:rect r="r" b="b" t="t" l="l"/>
            <a:pathLst>
              <a:path h="1833368" w="1833367">
                <a:moveTo>
                  <a:pt x="0" y="0"/>
                </a:moveTo>
                <a:lnTo>
                  <a:pt x="1833367" y="0"/>
                </a:lnTo>
                <a:lnTo>
                  <a:pt x="1833367" y="1833368"/>
                </a:lnTo>
                <a:lnTo>
                  <a:pt x="0" y="183336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40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523371" y="3610292"/>
            <a:ext cx="1550644" cy="1550644"/>
          </a:xfrm>
          <a:custGeom>
            <a:avLst/>
            <a:gdLst/>
            <a:ahLst/>
            <a:cxnLst/>
            <a:rect r="r" b="b" t="t" l="l"/>
            <a:pathLst>
              <a:path h="1550644" w="1550644">
                <a:moveTo>
                  <a:pt x="0" y="0"/>
                </a:moveTo>
                <a:lnTo>
                  <a:pt x="1550643" y="0"/>
                </a:lnTo>
                <a:lnTo>
                  <a:pt x="1550643" y="1550644"/>
                </a:lnTo>
                <a:lnTo>
                  <a:pt x="0" y="155064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14685" y="3661226"/>
            <a:ext cx="1833367" cy="1833368"/>
          </a:xfrm>
          <a:custGeom>
            <a:avLst/>
            <a:gdLst/>
            <a:ahLst/>
            <a:cxnLst/>
            <a:rect r="r" b="b" t="t" l="l"/>
            <a:pathLst>
              <a:path h="1833368" w="1833367">
                <a:moveTo>
                  <a:pt x="0" y="0"/>
                </a:moveTo>
                <a:lnTo>
                  <a:pt x="1833368" y="0"/>
                </a:lnTo>
                <a:lnTo>
                  <a:pt x="1833368" y="1833368"/>
                </a:lnTo>
                <a:lnTo>
                  <a:pt x="0" y="183336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40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156047" y="3610292"/>
            <a:ext cx="1550644" cy="1550644"/>
          </a:xfrm>
          <a:custGeom>
            <a:avLst/>
            <a:gdLst/>
            <a:ahLst/>
            <a:cxnLst/>
            <a:rect r="r" b="b" t="t" l="l"/>
            <a:pathLst>
              <a:path h="1550644" w="1550644">
                <a:moveTo>
                  <a:pt x="0" y="0"/>
                </a:moveTo>
                <a:lnTo>
                  <a:pt x="1550644" y="0"/>
                </a:lnTo>
                <a:lnTo>
                  <a:pt x="1550644" y="1550644"/>
                </a:lnTo>
                <a:lnTo>
                  <a:pt x="0" y="155064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648403" y="3661226"/>
            <a:ext cx="1833367" cy="1833368"/>
          </a:xfrm>
          <a:custGeom>
            <a:avLst/>
            <a:gdLst/>
            <a:ahLst/>
            <a:cxnLst/>
            <a:rect r="r" b="b" t="t" l="l"/>
            <a:pathLst>
              <a:path h="1833368" w="1833367">
                <a:moveTo>
                  <a:pt x="0" y="0"/>
                </a:moveTo>
                <a:lnTo>
                  <a:pt x="1833367" y="0"/>
                </a:lnTo>
                <a:lnTo>
                  <a:pt x="1833367" y="1833368"/>
                </a:lnTo>
                <a:lnTo>
                  <a:pt x="0" y="183336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40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89764" y="3610292"/>
            <a:ext cx="1550644" cy="1550644"/>
          </a:xfrm>
          <a:custGeom>
            <a:avLst/>
            <a:gdLst/>
            <a:ahLst/>
            <a:cxnLst/>
            <a:rect r="r" b="b" t="t" l="l"/>
            <a:pathLst>
              <a:path h="1550644" w="1550644">
                <a:moveTo>
                  <a:pt x="0" y="0"/>
                </a:moveTo>
                <a:lnTo>
                  <a:pt x="1550644" y="0"/>
                </a:lnTo>
                <a:lnTo>
                  <a:pt x="1550644" y="1550644"/>
                </a:lnTo>
                <a:lnTo>
                  <a:pt x="0" y="155064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125028" y="3905165"/>
            <a:ext cx="880117" cy="922797"/>
          </a:xfrm>
          <a:custGeom>
            <a:avLst/>
            <a:gdLst/>
            <a:ahLst/>
            <a:cxnLst/>
            <a:rect r="r" b="b" t="t" l="l"/>
            <a:pathLst>
              <a:path h="922797" w="880117">
                <a:moveTo>
                  <a:pt x="0" y="0"/>
                </a:moveTo>
                <a:lnTo>
                  <a:pt x="880116" y="0"/>
                </a:lnTo>
                <a:lnTo>
                  <a:pt x="880116" y="922797"/>
                </a:lnTo>
                <a:lnTo>
                  <a:pt x="0" y="92279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-251" r="0" b="-25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898207" y="3993062"/>
            <a:ext cx="839878" cy="876014"/>
          </a:xfrm>
          <a:custGeom>
            <a:avLst/>
            <a:gdLst/>
            <a:ahLst/>
            <a:cxnLst/>
            <a:rect r="r" b="b" t="t" l="l"/>
            <a:pathLst>
              <a:path h="876014" w="839878">
                <a:moveTo>
                  <a:pt x="0" y="0"/>
                </a:moveTo>
                <a:lnTo>
                  <a:pt x="839879" y="0"/>
                </a:lnTo>
                <a:lnTo>
                  <a:pt x="839879" y="876014"/>
                </a:lnTo>
                <a:lnTo>
                  <a:pt x="0" y="876014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-630" r="0" b="-63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82348" y="3984607"/>
            <a:ext cx="802012" cy="802013"/>
          </a:xfrm>
          <a:custGeom>
            <a:avLst/>
            <a:gdLst/>
            <a:ahLst/>
            <a:cxnLst/>
            <a:rect r="r" b="b" t="t" l="l"/>
            <a:pathLst>
              <a:path h="802013" w="802012">
                <a:moveTo>
                  <a:pt x="0" y="0"/>
                </a:moveTo>
                <a:lnTo>
                  <a:pt x="802013" y="0"/>
                </a:lnTo>
                <a:lnTo>
                  <a:pt x="802013" y="802013"/>
                </a:lnTo>
                <a:lnTo>
                  <a:pt x="0" y="802013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505559" y="3970220"/>
            <a:ext cx="874916" cy="874917"/>
          </a:xfrm>
          <a:custGeom>
            <a:avLst/>
            <a:gdLst/>
            <a:ahLst/>
            <a:cxnLst/>
            <a:rect r="r" b="b" t="t" l="l"/>
            <a:pathLst>
              <a:path h="874917" w="874916">
                <a:moveTo>
                  <a:pt x="0" y="0"/>
                </a:moveTo>
                <a:lnTo>
                  <a:pt x="874916" y="0"/>
                </a:lnTo>
                <a:lnTo>
                  <a:pt x="874916" y="874916"/>
                </a:lnTo>
                <a:lnTo>
                  <a:pt x="0" y="87491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1582510"/>
            <a:ext cx="749433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SERVICES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0799" y="6729730"/>
            <a:ext cx="3957767" cy="149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Custom solutions that enhance user experience and drive business growth.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Responsive Web Design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Native &amp; Hybrid Mobile Apps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User Experience Optimization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29438" y="7416644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29438" y="7707720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29438" y="7997007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565268" y="6808357"/>
            <a:ext cx="3957767" cy="238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As certified partners, we provide specialized logistics solutions.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Implementation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Integration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API Services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eAdaptor Services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Document Customization</a:t>
            </a:r>
          </a:p>
          <a:p>
            <a:pPr algn="l">
              <a:lnSpc>
                <a:spcPts val="237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401592" y="6808357"/>
            <a:ext cx="3957767" cy="238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Streamline operations with our specialized management software.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ERP Solutions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CRM Systems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HRMS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HMS</a:t>
            </a:r>
          </a:p>
          <a:p>
            <a:pPr algn="l">
              <a:lnSpc>
                <a:spcPts val="2379"/>
              </a:lnSpc>
            </a:pPr>
          </a:p>
          <a:p>
            <a:pPr algn="l">
              <a:lnSpc>
                <a:spcPts val="237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4238134" y="6729730"/>
            <a:ext cx="3957767" cy="297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Comprehensive technical solutions for modern business needs. 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 Data Management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 Software Development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 IT Consulting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 Support &amp; Maintenance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 Disaster Recovery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    Managed IT Services</a:t>
            </a:r>
          </a:p>
          <a:p>
            <a:pPr algn="l">
              <a:lnSpc>
                <a:spcPts val="2379"/>
              </a:lnSpc>
            </a:pPr>
          </a:p>
          <a:p>
            <a:pPr algn="l">
              <a:lnSpc>
                <a:spcPts val="2379"/>
              </a:lnSpc>
            </a:pP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944208" y="7513002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944208" y="7795213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944208" y="8106322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944208" y="8398381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944208" y="8693212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788846" y="7485087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788846" y="7795213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788846" y="8094025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788846" y="8402360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662578" y="7416644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1" y="0"/>
                </a:lnTo>
                <a:lnTo>
                  <a:pt x="186651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662578" y="7707720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1" y="0"/>
                </a:lnTo>
                <a:lnTo>
                  <a:pt x="186651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662578" y="8018830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1" y="0"/>
                </a:lnTo>
                <a:lnTo>
                  <a:pt x="186651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662578" y="8336690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1" y="0"/>
                </a:lnTo>
                <a:lnTo>
                  <a:pt x="186651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4662578" y="8625976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1" y="0"/>
                </a:lnTo>
                <a:lnTo>
                  <a:pt x="186651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662578" y="8905737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1" y="0"/>
                </a:lnTo>
                <a:lnTo>
                  <a:pt x="186651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210799" y="5789136"/>
            <a:ext cx="3957767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Web &amp; Mobile Application Development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40229" y="5789136"/>
            <a:ext cx="3957767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CargoWise Services &amp; Solutions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186825" y="5789136"/>
            <a:ext cx="3957767" cy="38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Management Services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94745" y="5789136"/>
            <a:ext cx="3957767" cy="38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General IT Solutions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2559" y="911152"/>
            <a:ext cx="942291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CARGOWISE SERVICES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36093" y="-4565121"/>
            <a:ext cx="7875678" cy="7343795"/>
          </a:xfrm>
          <a:custGeom>
            <a:avLst/>
            <a:gdLst/>
            <a:ahLst/>
            <a:cxnLst/>
            <a:rect r="r" b="b" t="t" l="l"/>
            <a:pathLst>
              <a:path h="7343795" w="7875678">
                <a:moveTo>
                  <a:pt x="0" y="0"/>
                </a:moveTo>
                <a:lnTo>
                  <a:pt x="7875679" y="0"/>
                </a:lnTo>
                <a:lnTo>
                  <a:pt x="7875679" y="7343795"/>
                </a:lnTo>
                <a:lnTo>
                  <a:pt x="0" y="734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83828" y="-421475"/>
            <a:ext cx="3380208" cy="3084698"/>
          </a:xfrm>
          <a:custGeom>
            <a:avLst/>
            <a:gdLst/>
            <a:ahLst/>
            <a:cxnLst/>
            <a:rect r="r" b="b" t="t" l="l"/>
            <a:pathLst>
              <a:path h="3084698" w="3380208">
                <a:moveTo>
                  <a:pt x="0" y="0"/>
                </a:moveTo>
                <a:lnTo>
                  <a:pt x="3380208" y="0"/>
                </a:lnTo>
                <a:lnTo>
                  <a:pt x="3380208" y="3084698"/>
                </a:lnTo>
                <a:lnTo>
                  <a:pt x="0" y="3084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125647" y="6978036"/>
            <a:ext cx="7875679" cy="7343795"/>
          </a:xfrm>
          <a:custGeom>
            <a:avLst/>
            <a:gdLst/>
            <a:ahLst/>
            <a:cxnLst/>
            <a:rect r="r" b="b" t="t" l="l"/>
            <a:pathLst>
              <a:path h="7343795" w="7875679">
                <a:moveTo>
                  <a:pt x="0" y="0"/>
                </a:moveTo>
                <a:lnTo>
                  <a:pt x="7875679" y="0"/>
                </a:lnTo>
                <a:lnTo>
                  <a:pt x="7875679" y="7343795"/>
                </a:lnTo>
                <a:lnTo>
                  <a:pt x="0" y="73437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087875" y="8143519"/>
            <a:ext cx="3380209" cy="3084698"/>
          </a:xfrm>
          <a:custGeom>
            <a:avLst/>
            <a:gdLst/>
            <a:ahLst/>
            <a:cxnLst/>
            <a:rect r="r" b="b" t="t" l="l"/>
            <a:pathLst>
              <a:path h="3084698" w="3380209">
                <a:moveTo>
                  <a:pt x="0" y="0"/>
                </a:moveTo>
                <a:lnTo>
                  <a:pt x="3380209" y="0"/>
                </a:lnTo>
                <a:lnTo>
                  <a:pt x="3380209" y="3084698"/>
                </a:lnTo>
                <a:lnTo>
                  <a:pt x="0" y="3084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686899" y="9866452"/>
            <a:ext cx="4667105" cy="769947"/>
          </a:xfrm>
          <a:custGeom>
            <a:avLst/>
            <a:gdLst/>
            <a:ahLst/>
            <a:cxnLst/>
            <a:rect r="r" b="b" t="t" l="l"/>
            <a:pathLst>
              <a:path h="769947" w="4667105">
                <a:moveTo>
                  <a:pt x="0" y="0"/>
                </a:moveTo>
                <a:lnTo>
                  <a:pt x="4667105" y="0"/>
                </a:lnTo>
                <a:lnTo>
                  <a:pt x="4667105" y="769947"/>
                </a:lnTo>
                <a:lnTo>
                  <a:pt x="0" y="7699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42564" r="0" b="-24256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81089" y="8269836"/>
            <a:ext cx="3309025" cy="2897071"/>
          </a:xfrm>
          <a:custGeom>
            <a:avLst/>
            <a:gdLst/>
            <a:ahLst/>
            <a:cxnLst/>
            <a:rect r="r" b="b" t="t" l="l"/>
            <a:pathLst>
              <a:path h="2897071" w="3309025">
                <a:moveTo>
                  <a:pt x="0" y="0"/>
                </a:moveTo>
                <a:lnTo>
                  <a:pt x="3309025" y="0"/>
                </a:lnTo>
                <a:lnTo>
                  <a:pt x="3309025" y="2897071"/>
                </a:lnTo>
                <a:lnTo>
                  <a:pt x="0" y="28970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78251" y="629612"/>
            <a:ext cx="2263192" cy="1975652"/>
          </a:xfrm>
          <a:custGeom>
            <a:avLst/>
            <a:gdLst/>
            <a:ahLst/>
            <a:cxnLst/>
            <a:rect r="r" b="b" t="t" l="l"/>
            <a:pathLst>
              <a:path h="1975652" w="2263192">
                <a:moveTo>
                  <a:pt x="0" y="0"/>
                </a:moveTo>
                <a:lnTo>
                  <a:pt x="2263192" y="0"/>
                </a:lnTo>
                <a:lnTo>
                  <a:pt x="2263192" y="1975652"/>
                </a:lnTo>
                <a:lnTo>
                  <a:pt x="0" y="19756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104488" y="-2010197"/>
            <a:ext cx="3859024" cy="3342880"/>
          </a:xfrm>
          <a:custGeom>
            <a:avLst/>
            <a:gdLst/>
            <a:ahLst/>
            <a:cxnLst/>
            <a:rect r="r" b="b" t="t" l="l"/>
            <a:pathLst>
              <a:path h="3342880" w="3859024">
                <a:moveTo>
                  <a:pt x="0" y="0"/>
                </a:moveTo>
                <a:lnTo>
                  <a:pt x="3859024" y="0"/>
                </a:lnTo>
                <a:lnTo>
                  <a:pt x="3859024" y="3342880"/>
                </a:lnTo>
                <a:lnTo>
                  <a:pt x="0" y="33428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5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99" t="0" r="-99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892798" y="-267749"/>
            <a:ext cx="790404" cy="535499"/>
          </a:xfrm>
          <a:custGeom>
            <a:avLst/>
            <a:gdLst/>
            <a:ahLst/>
            <a:cxnLst/>
            <a:rect r="r" b="b" t="t" l="l"/>
            <a:pathLst>
              <a:path h="535499" w="790404">
                <a:moveTo>
                  <a:pt x="0" y="0"/>
                </a:moveTo>
                <a:lnTo>
                  <a:pt x="790404" y="0"/>
                </a:lnTo>
                <a:lnTo>
                  <a:pt x="790404" y="535499"/>
                </a:lnTo>
                <a:lnTo>
                  <a:pt x="0" y="53549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682" r="0" b="-68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553467" y="9975766"/>
            <a:ext cx="2164275" cy="1111896"/>
          </a:xfrm>
          <a:custGeom>
            <a:avLst/>
            <a:gdLst/>
            <a:ahLst/>
            <a:cxnLst/>
            <a:rect r="r" b="b" t="t" l="l"/>
            <a:pathLst>
              <a:path h="1111896" w="2164275">
                <a:moveTo>
                  <a:pt x="0" y="1111896"/>
                </a:moveTo>
                <a:lnTo>
                  <a:pt x="2164275" y="1111896"/>
                </a:lnTo>
                <a:lnTo>
                  <a:pt x="2164275" y="0"/>
                </a:lnTo>
                <a:lnTo>
                  <a:pt x="0" y="0"/>
                </a:lnTo>
                <a:lnTo>
                  <a:pt x="0" y="1111896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264716" y="2605264"/>
            <a:ext cx="5809337" cy="537986"/>
          </a:xfrm>
          <a:custGeom>
            <a:avLst/>
            <a:gdLst/>
            <a:ahLst/>
            <a:cxnLst/>
            <a:rect r="r" b="b" t="t" l="l"/>
            <a:pathLst>
              <a:path h="537986" w="5809337">
                <a:moveTo>
                  <a:pt x="0" y="0"/>
                </a:moveTo>
                <a:lnTo>
                  <a:pt x="5809337" y="0"/>
                </a:lnTo>
                <a:lnTo>
                  <a:pt x="5809337" y="537986"/>
                </a:lnTo>
                <a:lnTo>
                  <a:pt x="0" y="53798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398749" r="0" b="-39874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62559" y="2287270"/>
            <a:ext cx="13800158" cy="125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As certified CargoWise Platinum Service Partners, we simplify logistics operations with state-of-the-art technology and specialized expertise. Our team includes 15 certified CargoWise professionals who ensure your logistics solutions are efficient and reliable.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62559" y="5108332"/>
            <a:ext cx="13851972" cy="242410"/>
          </a:xfrm>
          <a:custGeom>
            <a:avLst/>
            <a:gdLst/>
            <a:ahLst/>
            <a:cxnLst/>
            <a:rect r="r" b="b" t="t" l="l"/>
            <a:pathLst>
              <a:path h="242410" w="13851972">
                <a:moveTo>
                  <a:pt x="0" y="0"/>
                </a:moveTo>
                <a:lnTo>
                  <a:pt x="13851972" y="0"/>
                </a:lnTo>
                <a:lnTo>
                  <a:pt x="13851972" y="242410"/>
                </a:lnTo>
                <a:lnTo>
                  <a:pt x="0" y="24241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-1055" r="0" b="-105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04750" y="4385667"/>
            <a:ext cx="1429512" cy="1612819"/>
          </a:xfrm>
          <a:custGeom>
            <a:avLst/>
            <a:gdLst/>
            <a:ahLst/>
            <a:cxnLst/>
            <a:rect r="r" b="b" t="t" l="l"/>
            <a:pathLst>
              <a:path h="1612819" w="1429512">
                <a:moveTo>
                  <a:pt x="0" y="0"/>
                </a:moveTo>
                <a:lnTo>
                  <a:pt x="1429512" y="0"/>
                </a:lnTo>
                <a:lnTo>
                  <a:pt x="1429512" y="1612819"/>
                </a:lnTo>
                <a:lnTo>
                  <a:pt x="0" y="161281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994888" y="4925857"/>
            <a:ext cx="706386" cy="532439"/>
          </a:xfrm>
          <a:custGeom>
            <a:avLst/>
            <a:gdLst/>
            <a:ahLst/>
            <a:cxnLst/>
            <a:rect r="r" b="b" t="t" l="l"/>
            <a:pathLst>
              <a:path h="532439" w="706386">
                <a:moveTo>
                  <a:pt x="0" y="0"/>
                </a:moveTo>
                <a:lnTo>
                  <a:pt x="706386" y="0"/>
                </a:lnTo>
                <a:lnTo>
                  <a:pt x="706386" y="532438"/>
                </a:lnTo>
                <a:lnTo>
                  <a:pt x="0" y="53243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-414" r="0" b="-41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303665" y="4317091"/>
            <a:ext cx="1429512" cy="1612819"/>
          </a:xfrm>
          <a:custGeom>
            <a:avLst/>
            <a:gdLst/>
            <a:ahLst/>
            <a:cxnLst/>
            <a:rect r="r" b="b" t="t" l="l"/>
            <a:pathLst>
              <a:path h="1612819" w="1429512">
                <a:moveTo>
                  <a:pt x="0" y="0"/>
                </a:moveTo>
                <a:lnTo>
                  <a:pt x="1429512" y="0"/>
                </a:lnTo>
                <a:lnTo>
                  <a:pt x="1429512" y="1612819"/>
                </a:lnTo>
                <a:lnTo>
                  <a:pt x="0" y="161281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24350" y="4772943"/>
            <a:ext cx="784055" cy="781115"/>
          </a:xfrm>
          <a:custGeom>
            <a:avLst/>
            <a:gdLst/>
            <a:ahLst/>
            <a:cxnLst/>
            <a:rect r="r" b="b" t="t" l="l"/>
            <a:pathLst>
              <a:path h="781115" w="784055">
                <a:moveTo>
                  <a:pt x="0" y="0"/>
                </a:moveTo>
                <a:lnTo>
                  <a:pt x="784055" y="0"/>
                </a:lnTo>
                <a:lnTo>
                  <a:pt x="784055" y="781115"/>
                </a:lnTo>
                <a:lnTo>
                  <a:pt x="0" y="78111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-188" r="0" b="-188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064324" y="4357092"/>
            <a:ext cx="1429512" cy="1612819"/>
          </a:xfrm>
          <a:custGeom>
            <a:avLst/>
            <a:gdLst/>
            <a:ahLst/>
            <a:cxnLst/>
            <a:rect r="r" b="b" t="t" l="l"/>
            <a:pathLst>
              <a:path h="1612819" w="1429512">
                <a:moveTo>
                  <a:pt x="0" y="0"/>
                </a:moveTo>
                <a:lnTo>
                  <a:pt x="1429512" y="0"/>
                </a:lnTo>
                <a:lnTo>
                  <a:pt x="1429512" y="1612819"/>
                </a:lnTo>
                <a:lnTo>
                  <a:pt x="0" y="161281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55128" y="4772943"/>
            <a:ext cx="736077" cy="701114"/>
          </a:xfrm>
          <a:custGeom>
            <a:avLst/>
            <a:gdLst/>
            <a:ahLst/>
            <a:cxnLst/>
            <a:rect r="r" b="b" t="t" l="l"/>
            <a:pathLst>
              <a:path h="701114" w="736077">
                <a:moveTo>
                  <a:pt x="0" y="0"/>
                </a:moveTo>
                <a:lnTo>
                  <a:pt x="736077" y="0"/>
                </a:lnTo>
                <a:lnTo>
                  <a:pt x="736077" y="701113"/>
                </a:lnTo>
                <a:lnTo>
                  <a:pt x="0" y="70111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-474" r="0" b="-474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518077" y="4772358"/>
            <a:ext cx="743163" cy="745025"/>
          </a:xfrm>
          <a:custGeom>
            <a:avLst/>
            <a:gdLst/>
            <a:ahLst/>
            <a:cxnLst/>
            <a:rect r="r" b="b" t="t" l="l"/>
            <a:pathLst>
              <a:path h="745025" w="743163">
                <a:moveTo>
                  <a:pt x="0" y="0"/>
                </a:moveTo>
                <a:lnTo>
                  <a:pt x="743163" y="0"/>
                </a:lnTo>
                <a:lnTo>
                  <a:pt x="743163" y="745025"/>
                </a:lnTo>
                <a:lnTo>
                  <a:pt x="0" y="7450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-125" t="0" r="-125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831255" y="6113289"/>
            <a:ext cx="364174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CargoWise Consulting &amp; Support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14662" y="6113289"/>
            <a:ext cx="254657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ERP Integration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11082" y="3665859"/>
            <a:ext cx="7389972" cy="3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Barlow 1 Bold"/>
                <a:ea typeface="Barlow 1 Bold"/>
                <a:cs typeface="Barlow 1 Bold"/>
                <a:sym typeface="Barlow 1 Bold"/>
              </a:rPr>
              <a:t>We transform logistics challenges into streamlined operations through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72913" y="6113289"/>
            <a:ext cx="352441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Cargowise Automation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54536" y="6951489"/>
            <a:ext cx="4221418" cy="121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CargoWise  Implementation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CargoWise Customizations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CargoWise Configurations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 CargoWise Integrations 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978408" y="7365669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978408" y="7065789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978408" y="7656793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978408" y="7946079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472913" y="6999114"/>
            <a:ext cx="3957767" cy="120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AP/AR Invoice Automation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Commercial Invoice Automation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Bill of Lading Import Automation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Bill of Lading Export Automation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647475" y="7102959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647475" y="7401770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647475" y="7683370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647475" y="7982181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1714662" y="7077082"/>
            <a:ext cx="3957767" cy="268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Integration To Financial System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Integration To Customs And E-        invoicing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Integration to Suppliers And Retailers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Integration To Transport Companies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          Integration to Shipping Lines And     </a:t>
            </a:r>
          </a:p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000000"/>
                </a:solidFill>
                <a:latin typeface="Public Sans 2"/>
                <a:ea typeface="Public Sans 2"/>
                <a:cs typeface="Public Sans 2"/>
                <a:sym typeface="Public Sans 2"/>
              </a:rPr>
              <a:t>Stevedores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1714662" y="7161738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714662" y="7488425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714662" y="8009395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714662" y="8603481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5"/>
                </a:lnTo>
                <a:lnTo>
                  <a:pt x="0" y="17498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1714662" y="9197567"/>
            <a:ext cx="186652" cy="174986"/>
          </a:xfrm>
          <a:custGeom>
            <a:avLst/>
            <a:gdLst/>
            <a:ahLst/>
            <a:cxnLst/>
            <a:rect r="r" b="b" t="t" l="l"/>
            <a:pathLst>
              <a:path h="174986" w="186652">
                <a:moveTo>
                  <a:pt x="0" y="0"/>
                </a:moveTo>
                <a:lnTo>
                  <a:pt x="186652" y="0"/>
                </a:lnTo>
                <a:lnTo>
                  <a:pt x="186652" y="174986"/>
                </a:lnTo>
                <a:lnTo>
                  <a:pt x="0" y="17498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-666" r="0" b="-66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3212" y="9947191"/>
            <a:ext cx="3316080" cy="537986"/>
            <a:chOff x="0" y="0"/>
            <a:chExt cx="873371" cy="141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3371" cy="141692"/>
            </a:xfrm>
            <a:custGeom>
              <a:avLst/>
              <a:gdLst/>
              <a:ahLst/>
              <a:cxnLst/>
              <a:rect r="r" b="b" t="t" l="l"/>
              <a:pathLst>
                <a:path h="141692" w="873371">
                  <a:moveTo>
                    <a:pt x="70846" y="0"/>
                  </a:moveTo>
                  <a:lnTo>
                    <a:pt x="802525" y="0"/>
                  </a:lnTo>
                  <a:cubicBezTo>
                    <a:pt x="841652" y="0"/>
                    <a:pt x="873371" y="31719"/>
                    <a:pt x="873371" y="70846"/>
                  </a:cubicBezTo>
                  <a:lnTo>
                    <a:pt x="873371" y="70846"/>
                  </a:lnTo>
                  <a:cubicBezTo>
                    <a:pt x="873371" y="89635"/>
                    <a:pt x="865907" y="107655"/>
                    <a:pt x="852621" y="120942"/>
                  </a:cubicBezTo>
                  <a:cubicBezTo>
                    <a:pt x="839334" y="134228"/>
                    <a:pt x="821314" y="141692"/>
                    <a:pt x="802525" y="141692"/>
                  </a:cubicBezTo>
                  <a:lnTo>
                    <a:pt x="70846" y="141692"/>
                  </a:lnTo>
                  <a:cubicBezTo>
                    <a:pt x="52056" y="141692"/>
                    <a:pt x="34036" y="134228"/>
                    <a:pt x="20750" y="120942"/>
                  </a:cubicBezTo>
                  <a:cubicBezTo>
                    <a:pt x="7464" y="107655"/>
                    <a:pt x="0" y="89635"/>
                    <a:pt x="0" y="70846"/>
                  </a:cubicBezTo>
                  <a:lnTo>
                    <a:pt x="0" y="70846"/>
                  </a:lnTo>
                  <a:cubicBezTo>
                    <a:pt x="0" y="52056"/>
                    <a:pt x="7464" y="34036"/>
                    <a:pt x="20750" y="20750"/>
                  </a:cubicBezTo>
                  <a:cubicBezTo>
                    <a:pt x="34036" y="7464"/>
                    <a:pt x="52056" y="0"/>
                    <a:pt x="70846" y="0"/>
                  </a:cubicBezTo>
                  <a:close/>
                </a:path>
              </a:pathLst>
            </a:custGeom>
            <a:solidFill>
              <a:srgbClr val="1657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73371" cy="189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77366" y="8460193"/>
            <a:ext cx="5210521" cy="4477792"/>
            <a:chOff x="0" y="0"/>
            <a:chExt cx="6947361" cy="597038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947361" cy="5970389"/>
              <a:chOff x="0" y="0"/>
              <a:chExt cx="812800" cy="698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13627" y="0"/>
                <a:ext cx="785546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85546">
                    <a:moveTo>
                      <a:pt x="773768" y="392915"/>
                    </a:moveTo>
                    <a:lnTo>
                      <a:pt x="621378" y="654835"/>
                    </a:lnTo>
                    <a:cubicBezTo>
                      <a:pt x="605649" y="681869"/>
                      <a:pt x="576732" y="698500"/>
                      <a:pt x="545455" y="698500"/>
                    </a:cubicBezTo>
                    <a:lnTo>
                      <a:pt x="240091" y="698500"/>
                    </a:lnTo>
                    <a:cubicBezTo>
                      <a:pt x="208814" y="698500"/>
                      <a:pt x="179897" y="681869"/>
                      <a:pt x="164168" y="654835"/>
                    </a:cubicBezTo>
                    <a:lnTo>
                      <a:pt x="11778" y="392915"/>
                    </a:lnTo>
                    <a:cubicBezTo>
                      <a:pt x="-3926" y="365923"/>
                      <a:pt x="-3926" y="332577"/>
                      <a:pt x="11778" y="305585"/>
                    </a:cubicBezTo>
                    <a:lnTo>
                      <a:pt x="164168" y="43665"/>
                    </a:lnTo>
                    <a:cubicBezTo>
                      <a:pt x="179897" y="16631"/>
                      <a:pt x="208814" y="0"/>
                      <a:pt x="240091" y="0"/>
                    </a:cubicBezTo>
                    <a:lnTo>
                      <a:pt x="545455" y="0"/>
                    </a:lnTo>
                    <a:cubicBezTo>
                      <a:pt x="576732" y="0"/>
                      <a:pt x="605649" y="16631"/>
                      <a:pt x="621378" y="43665"/>
                    </a:cubicBezTo>
                    <a:lnTo>
                      <a:pt x="773768" y="305585"/>
                    </a:lnTo>
                    <a:cubicBezTo>
                      <a:pt x="789472" y="332577"/>
                      <a:pt x="789472" y="365923"/>
                      <a:pt x="773768" y="392915"/>
                    </a:cubicBezTo>
                    <a:close/>
                  </a:path>
                </a:pathLst>
              </a:custGeom>
              <a:solidFill>
                <a:srgbClr val="243B5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615568" y="737508"/>
              <a:ext cx="4396286" cy="3778058"/>
              <a:chOff x="0" y="0"/>
              <a:chExt cx="812800" cy="6985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5700" y="0"/>
                <a:ext cx="8014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01400">
                    <a:moveTo>
                      <a:pt x="796473" y="367516"/>
                    </a:moveTo>
                    <a:lnTo>
                      <a:pt x="614527" y="680234"/>
                    </a:lnTo>
                    <a:cubicBezTo>
                      <a:pt x="607948" y="691543"/>
                      <a:pt x="595851" y="698500"/>
                      <a:pt x="582768" y="698500"/>
                    </a:cubicBezTo>
                    <a:lnTo>
                      <a:pt x="218632" y="698500"/>
                    </a:lnTo>
                    <a:cubicBezTo>
                      <a:pt x="205549" y="698500"/>
                      <a:pt x="193452" y="691543"/>
                      <a:pt x="186873" y="680234"/>
                    </a:cubicBezTo>
                    <a:lnTo>
                      <a:pt x="4927" y="367516"/>
                    </a:lnTo>
                    <a:cubicBezTo>
                      <a:pt x="-1642" y="356225"/>
                      <a:pt x="-1642" y="342275"/>
                      <a:pt x="4927" y="330984"/>
                    </a:cubicBezTo>
                    <a:lnTo>
                      <a:pt x="186873" y="18266"/>
                    </a:lnTo>
                    <a:cubicBezTo>
                      <a:pt x="193452" y="6957"/>
                      <a:pt x="205549" y="0"/>
                      <a:pt x="218632" y="0"/>
                    </a:cubicBezTo>
                    <a:lnTo>
                      <a:pt x="582768" y="0"/>
                    </a:lnTo>
                    <a:cubicBezTo>
                      <a:pt x="595851" y="0"/>
                      <a:pt x="607948" y="6957"/>
                      <a:pt x="614527" y="18266"/>
                    </a:cubicBezTo>
                    <a:lnTo>
                      <a:pt x="796473" y="330984"/>
                    </a:lnTo>
                    <a:cubicBezTo>
                      <a:pt x="803042" y="342275"/>
                      <a:pt x="803042" y="356225"/>
                      <a:pt x="796473" y="36751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1767061" y="-591955"/>
            <a:ext cx="3389686" cy="2665365"/>
            <a:chOff x="0" y="0"/>
            <a:chExt cx="696717" cy="54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320" y="0"/>
              <a:ext cx="674077" cy="547840"/>
            </a:xfrm>
            <a:custGeom>
              <a:avLst/>
              <a:gdLst/>
              <a:ahLst/>
              <a:cxnLst/>
              <a:rect r="r" b="b" t="t" l="l"/>
              <a:pathLst>
                <a:path h="547840" w="674077">
                  <a:moveTo>
                    <a:pt x="664985" y="301435"/>
                  </a:moveTo>
                  <a:lnTo>
                    <a:pt x="502608" y="520325"/>
                  </a:lnTo>
                  <a:cubicBezTo>
                    <a:pt x="489768" y="537634"/>
                    <a:pt x="469489" y="547840"/>
                    <a:pt x="447937" y="547840"/>
                  </a:cubicBezTo>
                  <a:lnTo>
                    <a:pt x="226139" y="547840"/>
                  </a:lnTo>
                  <a:cubicBezTo>
                    <a:pt x="204588" y="547840"/>
                    <a:pt x="184309" y="537634"/>
                    <a:pt x="171469" y="520325"/>
                  </a:cubicBezTo>
                  <a:lnTo>
                    <a:pt x="9091" y="301435"/>
                  </a:lnTo>
                  <a:cubicBezTo>
                    <a:pt x="-3031" y="285094"/>
                    <a:pt x="-3031" y="262745"/>
                    <a:pt x="9091" y="246405"/>
                  </a:cubicBezTo>
                  <a:lnTo>
                    <a:pt x="171469" y="27515"/>
                  </a:lnTo>
                  <a:cubicBezTo>
                    <a:pt x="184309" y="10206"/>
                    <a:pt x="204588" y="0"/>
                    <a:pt x="226139" y="0"/>
                  </a:cubicBezTo>
                  <a:lnTo>
                    <a:pt x="447937" y="0"/>
                  </a:lnTo>
                  <a:cubicBezTo>
                    <a:pt x="469489" y="0"/>
                    <a:pt x="489768" y="10206"/>
                    <a:pt x="502608" y="27515"/>
                  </a:cubicBezTo>
                  <a:lnTo>
                    <a:pt x="664985" y="246405"/>
                  </a:lnTo>
                  <a:cubicBezTo>
                    <a:pt x="677107" y="262745"/>
                    <a:pt x="677107" y="285094"/>
                    <a:pt x="664985" y="301435"/>
                  </a:cubicBezTo>
                  <a:close/>
                </a:path>
              </a:pathLst>
            </a:custGeom>
            <a:solidFill>
              <a:srgbClr val="243B55">
                <a:alpha val="4706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47625"/>
              <a:ext cx="468117" cy="59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32205" y="3325860"/>
            <a:ext cx="2311589" cy="1817640"/>
            <a:chOff x="0" y="0"/>
            <a:chExt cx="696717" cy="547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960" y="0"/>
              <a:ext cx="676798" cy="547840"/>
            </a:xfrm>
            <a:custGeom>
              <a:avLst/>
              <a:gdLst/>
              <a:ahLst/>
              <a:cxnLst/>
              <a:rect r="r" b="b" t="t" l="l"/>
              <a:pathLst>
                <a:path h="547840" w="676798">
                  <a:moveTo>
                    <a:pt x="668798" y="298129"/>
                  </a:moveTo>
                  <a:lnTo>
                    <a:pt x="501515" y="523631"/>
                  </a:lnTo>
                  <a:cubicBezTo>
                    <a:pt x="490218" y="538860"/>
                    <a:pt x="472376" y="547840"/>
                    <a:pt x="453414" y="547840"/>
                  </a:cubicBezTo>
                  <a:lnTo>
                    <a:pt x="223383" y="547840"/>
                  </a:lnTo>
                  <a:cubicBezTo>
                    <a:pt x="204421" y="547840"/>
                    <a:pt x="186579" y="538860"/>
                    <a:pt x="175281" y="523631"/>
                  </a:cubicBezTo>
                  <a:lnTo>
                    <a:pt x="7999" y="298129"/>
                  </a:lnTo>
                  <a:cubicBezTo>
                    <a:pt x="-2667" y="283751"/>
                    <a:pt x="-2667" y="264088"/>
                    <a:pt x="7999" y="249711"/>
                  </a:cubicBezTo>
                  <a:lnTo>
                    <a:pt x="175281" y="24209"/>
                  </a:lnTo>
                  <a:cubicBezTo>
                    <a:pt x="186579" y="8980"/>
                    <a:pt x="204421" y="0"/>
                    <a:pt x="223383" y="0"/>
                  </a:cubicBezTo>
                  <a:lnTo>
                    <a:pt x="453414" y="0"/>
                  </a:lnTo>
                  <a:cubicBezTo>
                    <a:pt x="472376" y="0"/>
                    <a:pt x="490218" y="8980"/>
                    <a:pt x="501515" y="24209"/>
                  </a:cubicBezTo>
                  <a:lnTo>
                    <a:pt x="668798" y="249711"/>
                  </a:lnTo>
                  <a:cubicBezTo>
                    <a:pt x="679463" y="264088"/>
                    <a:pt x="679463" y="283751"/>
                    <a:pt x="668798" y="298129"/>
                  </a:cubicBezTo>
                  <a:close/>
                </a:path>
              </a:pathLst>
            </a:custGeom>
            <a:solidFill>
              <a:srgbClr val="243B55">
                <a:alpha val="4706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47625"/>
              <a:ext cx="468117" cy="59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339304" y="9992895"/>
            <a:ext cx="961113" cy="651154"/>
          </a:xfrm>
          <a:custGeom>
            <a:avLst/>
            <a:gdLst/>
            <a:ahLst/>
            <a:cxnLst/>
            <a:rect r="r" b="b" t="t" l="l"/>
            <a:pathLst>
              <a:path h="651154" w="961113">
                <a:moveTo>
                  <a:pt x="0" y="0"/>
                </a:moveTo>
                <a:lnTo>
                  <a:pt x="961113" y="0"/>
                </a:lnTo>
                <a:lnTo>
                  <a:pt x="961113" y="651155"/>
                </a:lnTo>
                <a:lnTo>
                  <a:pt x="0" y="651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0800000">
            <a:off x="-308460" y="-758506"/>
            <a:ext cx="2164275" cy="1111896"/>
          </a:xfrm>
          <a:custGeom>
            <a:avLst/>
            <a:gdLst/>
            <a:ahLst/>
            <a:cxnLst/>
            <a:rect r="r" b="b" t="t" l="l"/>
            <a:pathLst>
              <a:path h="1111896" w="2164275">
                <a:moveTo>
                  <a:pt x="0" y="0"/>
                </a:moveTo>
                <a:lnTo>
                  <a:pt x="2164275" y="0"/>
                </a:lnTo>
                <a:lnTo>
                  <a:pt x="2164275" y="1111897"/>
                </a:lnTo>
                <a:lnTo>
                  <a:pt x="0" y="1111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43734" y="-92534"/>
            <a:ext cx="5809337" cy="537986"/>
          </a:xfrm>
          <a:custGeom>
            <a:avLst/>
            <a:gdLst/>
            <a:ahLst/>
            <a:cxnLst/>
            <a:rect r="r" b="b" t="t" l="l"/>
            <a:pathLst>
              <a:path h="537986" w="5809337">
                <a:moveTo>
                  <a:pt x="0" y="0"/>
                </a:moveTo>
                <a:lnTo>
                  <a:pt x="5809337" y="0"/>
                </a:lnTo>
                <a:lnTo>
                  <a:pt x="5809337" y="537986"/>
                </a:lnTo>
                <a:lnTo>
                  <a:pt x="0" y="537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34569" r="0" b="-361689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69444" y="3107169"/>
            <a:ext cx="8689187" cy="3458845"/>
            <a:chOff x="0" y="0"/>
            <a:chExt cx="11585583" cy="46117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57150"/>
              <a:ext cx="11585583" cy="4668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Client Type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: Freight Forwarder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Region: 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Europe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Requirement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: Real-time container tracking inside CargoWise to eliminate manual updates.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Solution Delivered: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Built multi-carrier API integrations using REST/JSON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Automated milestone, ETA/ETD and status updates into CW1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Deployed error-handling and webhook-based notifications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Dedicated Customer Portal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162613" y="2715709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8"/>
                  </a:lnTo>
                  <a:lnTo>
                    <a:pt x="0" y="272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62613" y="3208698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7"/>
                  </a:lnTo>
                  <a:lnTo>
                    <a:pt x="0" y="272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62613" y="3760676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8"/>
                  </a:lnTo>
                  <a:lnTo>
                    <a:pt x="0" y="272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2613" y="4249224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8"/>
                  </a:lnTo>
                  <a:lnTo>
                    <a:pt x="0" y="272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459702" y="7779889"/>
            <a:ext cx="6099179" cy="1533525"/>
            <a:chOff x="0" y="0"/>
            <a:chExt cx="8132238" cy="20447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8132238" cy="2044700"/>
              <a:chOff x="0" y="0"/>
              <a:chExt cx="1254975" cy="31554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975" cy="315540"/>
              </a:xfrm>
              <a:custGeom>
                <a:avLst/>
                <a:gdLst/>
                <a:ahLst/>
                <a:cxnLst/>
                <a:rect r="r" b="b" t="t" l="l"/>
                <a:pathLst>
                  <a:path h="315540" w="1254975">
                    <a:moveTo>
                      <a:pt x="24792" y="0"/>
                    </a:moveTo>
                    <a:lnTo>
                      <a:pt x="1230183" y="0"/>
                    </a:lnTo>
                    <a:cubicBezTo>
                      <a:pt x="1236758" y="0"/>
                      <a:pt x="1243064" y="2612"/>
                      <a:pt x="1247714" y="7261"/>
                    </a:cubicBezTo>
                    <a:cubicBezTo>
                      <a:pt x="1252363" y="11911"/>
                      <a:pt x="1254975" y="18217"/>
                      <a:pt x="1254975" y="24792"/>
                    </a:cubicBezTo>
                    <a:lnTo>
                      <a:pt x="1254975" y="290748"/>
                    </a:lnTo>
                    <a:cubicBezTo>
                      <a:pt x="1254975" y="297324"/>
                      <a:pt x="1252363" y="303629"/>
                      <a:pt x="1247714" y="308279"/>
                    </a:cubicBezTo>
                    <a:cubicBezTo>
                      <a:pt x="1243064" y="312928"/>
                      <a:pt x="1236758" y="315540"/>
                      <a:pt x="1230183" y="315540"/>
                    </a:cubicBezTo>
                    <a:lnTo>
                      <a:pt x="24792" y="315540"/>
                    </a:lnTo>
                    <a:cubicBezTo>
                      <a:pt x="18217" y="315540"/>
                      <a:pt x="11911" y="312928"/>
                      <a:pt x="7261" y="308279"/>
                    </a:cubicBezTo>
                    <a:cubicBezTo>
                      <a:pt x="2612" y="303629"/>
                      <a:pt x="0" y="297324"/>
                      <a:pt x="0" y="290748"/>
                    </a:cubicBezTo>
                    <a:lnTo>
                      <a:pt x="0" y="24792"/>
                    </a:lnTo>
                    <a:cubicBezTo>
                      <a:pt x="0" y="18217"/>
                      <a:pt x="2612" y="11911"/>
                      <a:pt x="7261" y="7261"/>
                    </a:cubicBezTo>
                    <a:cubicBezTo>
                      <a:pt x="11911" y="2612"/>
                      <a:pt x="18217" y="0"/>
                      <a:pt x="24792" y="0"/>
                    </a:cubicBezTo>
                    <a:close/>
                  </a:path>
                </a:pathLst>
              </a:custGeom>
              <a:solidFill>
                <a:srgbClr val="CDE0DB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1254975" cy="363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08890" y="227506"/>
              <a:ext cx="7923348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Outcome: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93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% reduction in manual tracking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Accurate, real-time visibility directly in CW1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12628" y="2522736"/>
            <a:ext cx="7489600" cy="7316248"/>
            <a:chOff x="0" y="0"/>
            <a:chExt cx="4828540" cy="47167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103" y="1273"/>
              <a:ext cx="4830645" cy="4716345"/>
            </a:xfrm>
            <a:custGeom>
              <a:avLst/>
              <a:gdLst/>
              <a:ahLst/>
              <a:cxnLst/>
              <a:rect r="r" b="b" t="t" l="l"/>
              <a:pathLst>
                <a:path h="4716345" w="4830645">
                  <a:moveTo>
                    <a:pt x="3415197" y="4653277"/>
                  </a:moveTo>
                  <a:cubicBezTo>
                    <a:pt x="3387257" y="4660897"/>
                    <a:pt x="3365667" y="4671057"/>
                    <a:pt x="3344077" y="4673597"/>
                  </a:cubicBezTo>
                  <a:cubicBezTo>
                    <a:pt x="3222157" y="4683757"/>
                    <a:pt x="3101507" y="4693917"/>
                    <a:pt x="2979587" y="4702807"/>
                  </a:cubicBezTo>
                  <a:cubicBezTo>
                    <a:pt x="2917357" y="4706617"/>
                    <a:pt x="2855127" y="4710427"/>
                    <a:pt x="2792897" y="4711697"/>
                  </a:cubicBezTo>
                  <a:cubicBezTo>
                    <a:pt x="2725587" y="4714237"/>
                    <a:pt x="2658277" y="4718047"/>
                    <a:pt x="2592237" y="4715507"/>
                  </a:cubicBezTo>
                  <a:cubicBezTo>
                    <a:pt x="2528737" y="4714237"/>
                    <a:pt x="2465237" y="4710427"/>
                    <a:pt x="2404277" y="4698997"/>
                  </a:cubicBezTo>
                  <a:cubicBezTo>
                    <a:pt x="2325537" y="4685027"/>
                    <a:pt x="2245527" y="4685027"/>
                    <a:pt x="2168057" y="4672327"/>
                  </a:cubicBezTo>
                  <a:cubicBezTo>
                    <a:pt x="1966127" y="4639307"/>
                    <a:pt x="1760387" y="4648197"/>
                    <a:pt x="1557187" y="4634227"/>
                  </a:cubicBezTo>
                  <a:cubicBezTo>
                    <a:pt x="1442887" y="4626607"/>
                    <a:pt x="1328587" y="4608827"/>
                    <a:pt x="1214287" y="4593587"/>
                  </a:cubicBezTo>
                  <a:cubicBezTo>
                    <a:pt x="1084747" y="4577077"/>
                    <a:pt x="955207" y="4558027"/>
                    <a:pt x="824397" y="4540247"/>
                  </a:cubicBezTo>
                  <a:cubicBezTo>
                    <a:pt x="729147" y="4527547"/>
                    <a:pt x="632627" y="4514847"/>
                    <a:pt x="537377" y="4502147"/>
                  </a:cubicBezTo>
                  <a:cubicBezTo>
                    <a:pt x="534837" y="4502147"/>
                    <a:pt x="532297" y="4500877"/>
                    <a:pt x="529757" y="4500877"/>
                  </a:cubicBezTo>
                  <a:cubicBezTo>
                    <a:pt x="449747" y="4466587"/>
                    <a:pt x="364657" y="4439917"/>
                    <a:pt x="290997" y="4395467"/>
                  </a:cubicBezTo>
                  <a:cubicBezTo>
                    <a:pt x="166537" y="4319267"/>
                    <a:pt x="113197" y="4197347"/>
                    <a:pt x="108117" y="4053837"/>
                  </a:cubicBezTo>
                  <a:cubicBezTo>
                    <a:pt x="106847" y="4004307"/>
                    <a:pt x="100497" y="3956047"/>
                    <a:pt x="100497" y="3906517"/>
                  </a:cubicBezTo>
                  <a:cubicBezTo>
                    <a:pt x="101767" y="3837937"/>
                    <a:pt x="106847" y="3770627"/>
                    <a:pt x="110657" y="3703317"/>
                  </a:cubicBezTo>
                  <a:cubicBezTo>
                    <a:pt x="120817" y="3502657"/>
                    <a:pt x="125897" y="3301997"/>
                    <a:pt x="110657" y="3101337"/>
                  </a:cubicBezTo>
                  <a:cubicBezTo>
                    <a:pt x="96687" y="2920997"/>
                    <a:pt x="83987" y="2741927"/>
                    <a:pt x="70017" y="2561587"/>
                  </a:cubicBezTo>
                  <a:cubicBezTo>
                    <a:pt x="61127" y="2446017"/>
                    <a:pt x="49697" y="2331717"/>
                    <a:pt x="42077" y="2216147"/>
                  </a:cubicBezTo>
                  <a:cubicBezTo>
                    <a:pt x="36997" y="2139947"/>
                    <a:pt x="38267" y="2062477"/>
                    <a:pt x="33187" y="1986277"/>
                  </a:cubicBezTo>
                  <a:cubicBezTo>
                    <a:pt x="30647" y="1943097"/>
                    <a:pt x="16677" y="1901187"/>
                    <a:pt x="15407" y="1858007"/>
                  </a:cubicBezTo>
                  <a:cubicBezTo>
                    <a:pt x="10327" y="1753867"/>
                    <a:pt x="9057" y="1648457"/>
                    <a:pt x="6517" y="1543047"/>
                  </a:cubicBezTo>
                  <a:cubicBezTo>
                    <a:pt x="5247" y="1502407"/>
                    <a:pt x="-1103" y="1461767"/>
                    <a:pt x="167" y="1421127"/>
                  </a:cubicBezTo>
                  <a:cubicBezTo>
                    <a:pt x="1437" y="1357627"/>
                    <a:pt x="9057" y="1294127"/>
                    <a:pt x="10327" y="1230627"/>
                  </a:cubicBezTo>
                  <a:cubicBezTo>
                    <a:pt x="11597" y="1156967"/>
                    <a:pt x="3977" y="1083307"/>
                    <a:pt x="6517" y="1010917"/>
                  </a:cubicBezTo>
                  <a:cubicBezTo>
                    <a:pt x="6517" y="941067"/>
                    <a:pt x="15407" y="872487"/>
                    <a:pt x="24297" y="802637"/>
                  </a:cubicBezTo>
                  <a:cubicBezTo>
                    <a:pt x="26837" y="778507"/>
                    <a:pt x="44617" y="756917"/>
                    <a:pt x="49697" y="732787"/>
                  </a:cubicBezTo>
                  <a:cubicBezTo>
                    <a:pt x="71287" y="613407"/>
                    <a:pt x="94147" y="494027"/>
                    <a:pt x="150027" y="383537"/>
                  </a:cubicBezTo>
                  <a:cubicBezTo>
                    <a:pt x="162727" y="359407"/>
                    <a:pt x="183047" y="337817"/>
                    <a:pt x="202097" y="318767"/>
                  </a:cubicBezTo>
                  <a:cubicBezTo>
                    <a:pt x="208447" y="312417"/>
                    <a:pt x="223687" y="316227"/>
                    <a:pt x="227497" y="316227"/>
                  </a:cubicBezTo>
                  <a:cubicBezTo>
                    <a:pt x="236387" y="299717"/>
                    <a:pt x="241467" y="283207"/>
                    <a:pt x="251627" y="275587"/>
                  </a:cubicBezTo>
                  <a:cubicBezTo>
                    <a:pt x="306237" y="233677"/>
                    <a:pt x="363387" y="203197"/>
                    <a:pt x="434507" y="195577"/>
                  </a:cubicBezTo>
                  <a:cubicBezTo>
                    <a:pt x="487847" y="189227"/>
                    <a:pt x="539917" y="166367"/>
                    <a:pt x="593257" y="153667"/>
                  </a:cubicBezTo>
                  <a:cubicBezTo>
                    <a:pt x="658027" y="138427"/>
                    <a:pt x="722797" y="120647"/>
                    <a:pt x="790107" y="111757"/>
                  </a:cubicBezTo>
                  <a:cubicBezTo>
                    <a:pt x="851067" y="104137"/>
                    <a:pt x="909487" y="87627"/>
                    <a:pt x="971717" y="82547"/>
                  </a:cubicBezTo>
                  <a:cubicBezTo>
                    <a:pt x="1035217" y="77467"/>
                    <a:pt x="1098717" y="62227"/>
                    <a:pt x="1163487" y="57147"/>
                  </a:cubicBezTo>
                  <a:cubicBezTo>
                    <a:pt x="1338747" y="44447"/>
                    <a:pt x="1515277" y="35557"/>
                    <a:pt x="1690537" y="25397"/>
                  </a:cubicBezTo>
                  <a:cubicBezTo>
                    <a:pt x="1733717" y="22857"/>
                    <a:pt x="1776897" y="25397"/>
                    <a:pt x="1820077" y="26667"/>
                  </a:cubicBezTo>
                  <a:cubicBezTo>
                    <a:pt x="1841667" y="27937"/>
                    <a:pt x="1863257" y="33017"/>
                    <a:pt x="1886117" y="35557"/>
                  </a:cubicBezTo>
                  <a:cubicBezTo>
                    <a:pt x="1896277" y="36827"/>
                    <a:pt x="1906437" y="33017"/>
                    <a:pt x="1916597" y="33017"/>
                  </a:cubicBezTo>
                  <a:cubicBezTo>
                    <a:pt x="1947077" y="33017"/>
                    <a:pt x="1978827" y="33017"/>
                    <a:pt x="2009307" y="31747"/>
                  </a:cubicBezTo>
                  <a:cubicBezTo>
                    <a:pt x="2067727" y="29207"/>
                    <a:pt x="2127417" y="22857"/>
                    <a:pt x="2185837" y="22857"/>
                  </a:cubicBezTo>
                  <a:cubicBezTo>
                    <a:pt x="2242987" y="22857"/>
                    <a:pt x="2300137" y="26667"/>
                    <a:pt x="2357287" y="29207"/>
                  </a:cubicBezTo>
                  <a:lnTo>
                    <a:pt x="2403007" y="29207"/>
                  </a:lnTo>
                  <a:cubicBezTo>
                    <a:pt x="2472857" y="26667"/>
                    <a:pt x="2541437" y="26667"/>
                    <a:pt x="2611287" y="22857"/>
                  </a:cubicBezTo>
                  <a:cubicBezTo>
                    <a:pt x="2678597" y="19047"/>
                    <a:pt x="2744637" y="10157"/>
                    <a:pt x="2811947" y="6347"/>
                  </a:cubicBezTo>
                  <a:cubicBezTo>
                    <a:pt x="2843697" y="3807"/>
                    <a:pt x="2876717" y="3807"/>
                    <a:pt x="2908467" y="10157"/>
                  </a:cubicBezTo>
                  <a:cubicBezTo>
                    <a:pt x="2956727" y="19047"/>
                    <a:pt x="3002447" y="24127"/>
                    <a:pt x="3050707" y="10157"/>
                  </a:cubicBezTo>
                  <a:cubicBezTo>
                    <a:pt x="3068487" y="5077"/>
                    <a:pt x="3091347" y="13967"/>
                    <a:pt x="3111667" y="16507"/>
                  </a:cubicBezTo>
                  <a:cubicBezTo>
                    <a:pt x="3120557" y="17777"/>
                    <a:pt x="3130717" y="20317"/>
                    <a:pt x="3135797" y="16507"/>
                  </a:cubicBezTo>
                  <a:cubicBezTo>
                    <a:pt x="3170087" y="-8893"/>
                    <a:pt x="3201837" y="-2543"/>
                    <a:pt x="3234857" y="19047"/>
                  </a:cubicBezTo>
                  <a:cubicBezTo>
                    <a:pt x="3238667" y="21587"/>
                    <a:pt x="3248827" y="15237"/>
                    <a:pt x="3256447" y="15237"/>
                  </a:cubicBezTo>
                  <a:cubicBezTo>
                    <a:pt x="3286927" y="15237"/>
                    <a:pt x="3317407" y="15237"/>
                    <a:pt x="3349157" y="16507"/>
                  </a:cubicBezTo>
                  <a:cubicBezTo>
                    <a:pt x="3372017" y="17777"/>
                    <a:pt x="3393607" y="25397"/>
                    <a:pt x="3416467" y="27937"/>
                  </a:cubicBezTo>
                  <a:cubicBezTo>
                    <a:pt x="3465997" y="34287"/>
                    <a:pt x="3516797" y="44447"/>
                    <a:pt x="3567597" y="44447"/>
                  </a:cubicBezTo>
                  <a:cubicBezTo>
                    <a:pt x="3662847" y="45717"/>
                    <a:pt x="3758097" y="49527"/>
                    <a:pt x="3852077" y="69847"/>
                  </a:cubicBezTo>
                  <a:cubicBezTo>
                    <a:pt x="3939707" y="88897"/>
                    <a:pt x="4029877" y="88897"/>
                    <a:pt x="4118777" y="104137"/>
                  </a:cubicBezTo>
                  <a:cubicBezTo>
                    <a:pt x="4172117" y="113027"/>
                    <a:pt x="4226727" y="129537"/>
                    <a:pt x="4272447" y="156207"/>
                  </a:cubicBezTo>
                  <a:cubicBezTo>
                    <a:pt x="4321977" y="184147"/>
                    <a:pt x="4360077" y="229867"/>
                    <a:pt x="4404527" y="267967"/>
                  </a:cubicBezTo>
                  <a:cubicBezTo>
                    <a:pt x="4421037" y="281937"/>
                    <a:pt x="4445167" y="292097"/>
                    <a:pt x="4456597" y="309877"/>
                  </a:cubicBezTo>
                  <a:cubicBezTo>
                    <a:pt x="4489617" y="358137"/>
                    <a:pt x="4518827" y="408937"/>
                    <a:pt x="4548037" y="459737"/>
                  </a:cubicBezTo>
                  <a:cubicBezTo>
                    <a:pt x="4569627" y="496567"/>
                    <a:pt x="4591217" y="534667"/>
                    <a:pt x="4607727" y="572767"/>
                  </a:cubicBezTo>
                  <a:cubicBezTo>
                    <a:pt x="4625507" y="617217"/>
                    <a:pt x="4639477" y="662937"/>
                    <a:pt x="4653447" y="709927"/>
                  </a:cubicBezTo>
                  <a:cubicBezTo>
                    <a:pt x="4675037" y="783587"/>
                    <a:pt x="4700437" y="857247"/>
                    <a:pt x="4714407" y="933447"/>
                  </a:cubicBezTo>
                  <a:cubicBezTo>
                    <a:pt x="4734727" y="1040127"/>
                    <a:pt x="4744887" y="1149347"/>
                    <a:pt x="4760127" y="1257297"/>
                  </a:cubicBezTo>
                  <a:cubicBezTo>
                    <a:pt x="4765207" y="1292857"/>
                    <a:pt x="4771557" y="1328417"/>
                    <a:pt x="4774097" y="1363977"/>
                  </a:cubicBezTo>
                  <a:cubicBezTo>
                    <a:pt x="4781717" y="1465577"/>
                    <a:pt x="4786797" y="1565907"/>
                    <a:pt x="4793147" y="1667507"/>
                  </a:cubicBezTo>
                  <a:cubicBezTo>
                    <a:pt x="4802037" y="1793237"/>
                    <a:pt x="4814737" y="1917697"/>
                    <a:pt x="4821087" y="2043427"/>
                  </a:cubicBezTo>
                  <a:cubicBezTo>
                    <a:pt x="4827437" y="2164077"/>
                    <a:pt x="4832517" y="2285997"/>
                    <a:pt x="4829977" y="2407917"/>
                  </a:cubicBezTo>
                  <a:cubicBezTo>
                    <a:pt x="4826167" y="2611117"/>
                    <a:pt x="4816007" y="2813047"/>
                    <a:pt x="4805847" y="3016247"/>
                  </a:cubicBezTo>
                  <a:cubicBezTo>
                    <a:pt x="4799497" y="3141977"/>
                    <a:pt x="4790607" y="3266437"/>
                    <a:pt x="4777907" y="3390897"/>
                  </a:cubicBezTo>
                  <a:cubicBezTo>
                    <a:pt x="4765207" y="3515357"/>
                    <a:pt x="4746157" y="3638547"/>
                    <a:pt x="4732187" y="3763007"/>
                  </a:cubicBezTo>
                  <a:cubicBezTo>
                    <a:pt x="4722027" y="3849367"/>
                    <a:pt x="4719487" y="3935727"/>
                    <a:pt x="4708057" y="4020817"/>
                  </a:cubicBezTo>
                  <a:cubicBezTo>
                    <a:pt x="4697897" y="4098287"/>
                    <a:pt x="4659797" y="4166867"/>
                    <a:pt x="4608997" y="4224017"/>
                  </a:cubicBezTo>
                  <a:cubicBezTo>
                    <a:pt x="4567087" y="4272277"/>
                    <a:pt x="4534067" y="4326887"/>
                    <a:pt x="4490887" y="4373877"/>
                  </a:cubicBezTo>
                  <a:cubicBezTo>
                    <a:pt x="4452787" y="4415787"/>
                    <a:pt x="4410877" y="4457697"/>
                    <a:pt x="4344837" y="4458967"/>
                  </a:cubicBezTo>
                  <a:cubicBezTo>
                    <a:pt x="4329597" y="4458967"/>
                    <a:pt x="4315627" y="4474207"/>
                    <a:pt x="4300387" y="4481827"/>
                  </a:cubicBezTo>
                  <a:cubicBezTo>
                    <a:pt x="4235617" y="4509767"/>
                    <a:pt x="4168307" y="4533897"/>
                    <a:pt x="4104807" y="4564377"/>
                  </a:cubicBezTo>
                  <a:cubicBezTo>
                    <a:pt x="3987967" y="4620257"/>
                    <a:pt x="3862237" y="4629147"/>
                    <a:pt x="3736507" y="4634227"/>
                  </a:cubicBezTo>
                  <a:cubicBezTo>
                    <a:pt x="3688247" y="4636767"/>
                    <a:pt x="3638717" y="4632957"/>
                    <a:pt x="3590457" y="4636767"/>
                  </a:cubicBezTo>
                  <a:cubicBezTo>
                    <a:pt x="3566327" y="4638037"/>
                    <a:pt x="3543467" y="4649467"/>
                    <a:pt x="3520607" y="4654547"/>
                  </a:cubicBezTo>
                  <a:cubicBezTo>
                    <a:pt x="3510447" y="4657087"/>
                    <a:pt x="3500287" y="4655817"/>
                    <a:pt x="3488857" y="4657087"/>
                  </a:cubicBezTo>
                  <a:cubicBezTo>
                    <a:pt x="3473617" y="4658357"/>
                    <a:pt x="3458377" y="4662167"/>
                    <a:pt x="3443137" y="4660897"/>
                  </a:cubicBezTo>
                  <a:cubicBezTo>
                    <a:pt x="3427897" y="4658357"/>
                    <a:pt x="3417737" y="4653277"/>
                    <a:pt x="3415197" y="4653277"/>
                  </a:cubicBezTo>
                  <a:close/>
                </a:path>
              </a:pathLst>
            </a:custGeom>
            <a:blipFill>
              <a:blip r:embed="rId10"/>
              <a:stretch>
                <a:fillRect l="-73456" t="0" r="-33280" b="-5873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622625" y="712152"/>
            <a:ext cx="1467754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6000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CARGOWISE SUCCESS STORIES (1/5)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9444" y="2063885"/>
            <a:ext cx="8470755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4"/>
              </a:lnSpc>
              <a:spcBef>
                <a:spcPct val="0"/>
              </a:spcBef>
            </a:pPr>
            <a:r>
              <a:rPr lang="en-US" b="true" sz="2499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CARGOWISE CONTAINER TRACKING INTEGRATION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9444" y="2514448"/>
            <a:ext cx="540072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Real-time container tracking integration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69444" y="6826119"/>
            <a:ext cx="887170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b="true" sz="2200">
                <a:solidFill>
                  <a:srgbClr val="1D1A1B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Tech Stack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: REST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 API, JSON, CW1 WebServices, EDI Integrations, ASP.Net, C#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3212" y="9947191"/>
            <a:ext cx="3316080" cy="537986"/>
            <a:chOff x="0" y="0"/>
            <a:chExt cx="873371" cy="141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3371" cy="141692"/>
            </a:xfrm>
            <a:custGeom>
              <a:avLst/>
              <a:gdLst/>
              <a:ahLst/>
              <a:cxnLst/>
              <a:rect r="r" b="b" t="t" l="l"/>
              <a:pathLst>
                <a:path h="141692" w="873371">
                  <a:moveTo>
                    <a:pt x="70846" y="0"/>
                  </a:moveTo>
                  <a:lnTo>
                    <a:pt x="802525" y="0"/>
                  </a:lnTo>
                  <a:cubicBezTo>
                    <a:pt x="841652" y="0"/>
                    <a:pt x="873371" y="31719"/>
                    <a:pt x="873371" y="70846"/>
                  </a:cubicBezTo>
                  <a:lnTo>
                    <a:pt x="873371" y="70846"/>
                  </a:lnTo>
                  <a:cubicBezTo>
                    <a:pt x="873371" y="89635"/>
                    <a:pt x="865907" y="107655"/>
                    <a:pt x="852621" y="120942"/>
                  </a:cubicBezTo>
                  <a:cubicBezTo>
                    <a:pt x="839334" y="134228"/>
                    <a:pt x="821314" y="141692"/>
                    <a:pt x="802525" y="141692"/>
                  </a:cubicBezTo>
                  <a:lnTo>
                    <a:pt x="70846" y="141692"/>
                  </a:lnTo>
                  <a:cubicBezTo>
                    <a:pt x="52056" y="141692"/>
                    <a:pt x="34036" y="134228"/>
                    <a:pt x="20750" y="120942"/>
                  </a:cubicBezTo>
                  <a:cubicBezTo>
                    <a:pt x="7464" y="107655"/>
                    <a:pt x="0" y="89635"/>
                    <a:pt x="0" y="70846"/>
                  </a:cubicBezTo>
                  <a:lnTo>
                    <a:pt x="0" y="70846"/>
                  </a:lnTo>
                  <a:cubicBezTo>
                    <a:pt x="0" y="52056"/>
                    <a:pt x="7464" y="34036"/>
                    <a:pt x="20750" y="20750"/>
                  </a:cubicBezTo>
                  <a:cubicBezTo>
                    <a:pt x="34036" y="7464"/>
                    <a:pt x="52056" y="0"/>
                    <a:pt x="70846" y="0"/>
                  </a:cubicBezTo>
                  <a:close/>
                </a:path>
              </a:pathLst>
            </a:custGeom>
            <a:solidFill>
              <a:srgbClr val="1657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73371" cy="189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77366" y="8460193"/>
            <a:ext cx="5210521" cy="4477792"/>
            <a:chOff x="0" y="0"/>
            <a:chExt cx="6947361" cy="597038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947361" cy="5970389"/>
              <a:chOff x="0" y="0"/>
              <a:chExt cx="812800" cy="698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13627" y="0"/>
                <a:ext cx="785546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85546">
                    <a:moveTo>
                      <a:pt x="773768" y="392915"/>
                    </a:moveTo>
                    <a:lnTo>
                      <a:pt x="621378" y="654835"/>
                    </a:lnTo>
                    <a:cubicBezTo>
                      <a:pt x="605649" y="681869"/>
                      <a:pt x="576732" y="698500"/>
                      <a:pt x="545455" y="698500"/>
                    </a:cubicBezTo>
                    <a:lnTo>
                      <a:pt x="240091" y="698500"/>
                    </a:lnTo>
                    <a:cubicBezTo>
                      <a:pt x="208814" y="698500"/>
                      <a:pt x="179897" y="681869"/>
                      <a:pt x="164168" y="654835"/>
                    </a:cubicBezTo>
                    <a:lnTo>
                      <a:pt x="11778" y="392915"/>
                    </a:lnTo>
                    <a:cubicBezTo>
                      <a:pt x="-3926" y="365923"/>
                      <a:pt x="-3926" y="332577"/>
                      <a:pt x="11778" y="305585"/>
                    </a:cubicBezTo>
                    <a:lnTo>
                      <a:pt x="164168" y="43665"/>
                    </a:lnTo>
                    <a:cubicBezTo>
                      <a:pt x="179897" y="16631"/>
                      <a:pt x="208814" y="0"/>
                      <a:pt x="240091" y="0"/>
                    </a:cubicBezTo>
                    <a:lnTo>
                      <a:pt x="545455" y="0"/>
                    </a:lnTo>
                    <a:cubicBezTo>
                      <a:pt x="576732" y="0"/>
                      <a:pt x="605649" y="16631"/>
                      <a:pt x="621378" y="43665"/>
                    </a:cubicBezTo>
                    <a:lnTo>
                      <a:pt x="773768" y="305585"/>
                    </a:lnTo>
                    <a:cubicBezTo>
                      <a:pt x="789472" y="332577"/>
                      <a:pt x="789472" y="365923"/>
                      <a:pt x="773768" y="392915"/>
                    </a:cubicBezTo>
                    <a:close/>
                  </a:path>
                </a:pathLst>
              </a:custGeom>
              <a:solidFill>
                <a:srgbClr val="243B5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615568" y="737508"/>
              <a:ext cx="4396286" cy="3778058"/>
              <a:chOff x="0" y="0"/>
              <a:chExt cx="812800" cy="6985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5700" y="0"/>
                <a:ext cx="8014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01400">
                    <a:moveTo>
                      <a:pt x="796473" y="367516"/>
                    </a:moveTo>
                    <a:lnTo>
                      <a:pt x="614527" y="680234"/>
                    </a:lnTo>
                    <a:cubicBezTo>
                      <a:pt x="607948" y="691543"/>
                      <a:pt x="595851" y="698500"/>
                      <a:pt x="582768" y="698500"/>
                    </a:cubicBezTo>
                    <a:lnTo>
                      <a:pt x="218632" y="698500"/>
                    </a:lnTo>
                    <a:cubicBezTo>
                      <a:pt x="205549" y="698500"/>
                      <a:pt x="193452" y="691543"/>
                      <a:pt x="186873" y="680234"/>
                    </a:cubicBezTo>
                    <a:lnTo>
                      <a:pt x="4927" y="367516"/>
                    </a:lnTo>
                    <a:cubicBezTo>
                      <a:pt x="-1642" y="356225"/>
                      <a:pt x="-1642" y="342275"/>
                      <a:pt x="4927" y="330984"/>
                    </a:cubicBezTo>
                    <a:lnTo>
                      <a:pt x="186873" y="18266"/>
                    </a:lnTo>
                    <a:cubicBezTo>
                      <a:pt x="193452" y="6957"/>
                      <a:pt x="205549" y="0"/>
                      <a:pt x="218632" y="0"/>
                    </a:cubicBezTo>
                    <a:lnTo>
                      <a:pt x="582768" y="0"/>
                    </a:lnTo>
                    <a:cubicBezTo>
                      <a:pt x="595851" y="0"/>
                      <a:pt x="607948" y="6957"/>
                      <a:pt x="614527" y="18266"/>
                    </a:cubicBezTo>
                    <a:lnTo>
                      <a:pt x="796473" y="330984"/>
                    </a:lnTo>
                    <a:cubicBezTo>
                      <a:pt x="803042" y="342275"/>
                      <a:pt x="803042" y="356225"/>
                      <a:pt x="796473" y="36751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1767061" y="-591955"/>
            <a:ext cx="3389686" cy="2665365"/>
            <a:chOff x="0" y="0"/>
            <a:chExt cx="696717" cy="54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320" y="0"/>
              <a:ext cx="674077" cy="547840"/>
            </a:xfrm>
            <a:custGeom>
              <a:avLst/>
              <a:gdLst/>
              <a:ahLst/>
              <a:cxnLst/>
              <a:rect r="r" b="b" t="t" l="l"/>
              <a:pathLst>
                <a:path h="547840" w="674077">
                  <a:moveTo>
                    <a:pt x="664985" y="301435"/>
                  </a:moveTo>
                  <a:lnTo>
                    <a:pt x="502608" y="520325"/>
                  </a:lnTo>
                  <a:cubicBezTo>
                    <a:pt x="489768" y="537634"/>
                    <a:pt x="469489" y="547840"/>
                    <a:pt x="447937" y="547840"/>
                  </a:cubicBezTo>
                  <a:lnTo>
                    <a:pt x="226139" y="547840"/>
                  </a:lnTo>
                  <a:cubicBezTo>
                    <a:pt x="204588" y="547840"/>
                    <a:pt x="184309" y="537634"/>
                    <a:pt x="171469" y="520325"/>
                  </a:cubicBezTo>
                  <a:lnTo>
                    <a:pt x="9091" y="301435"/>
                  </a:lnTo>
                  <a:cubicBezTo>
                    <a:pt x="-3031" y="285094"/>
                    <a:pt x="-3031" y="262745"/>
                    <a:pt x="9091" y="246405"/>
                  </a:cubicBezTo>
                  <a:lnTo>
                    <a:pt x="171469" y="27515"/>
                  </a:lnTo>
                  <a:cubicBezTo>
                    <a:pt x="184309" y="10206"/>
                    <a:pt x="204588" y="0"/>
                    <a:pt x="226139" y="0"/>
                  </a:cubicBezTo>
                  <a:lnTo>
                    <a:pt x="447937" y="0"/>
                  </a:lnTo>
                  <a:cubicBezTo>
                    <a:pt x="469489" y="0"/>
                    <a:pt x="489768" y="10206"/>
                    <a:pt x="502608" y="27515"/>
                  </a:cubicBezTo>
                  <a:lnTo>
                    <a:pt x="664985" y="246405"/>
                  </a:lnTo>
                  <a:cubicBezTo>
                    <a:pt x="677107" y="262745"/>
                    <a:pt x="677107" y="285094"/>
                    <a:pt x="664985" y="301435"/>
                  </a:cubicBezTo>
                  <a:close/>
                </a:path>
              </a:pathLst>
            </a:custGeom>
            <a:solidFill>
              <a:srgbClr val="243B55">
                <a:alpha val="4706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47625"/>
              <a:ext cx="468117" cy="59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32205" y="3325860"/>
            <a:ext cx="2311589" cy="1817640"/>
            <a:chOff x="0" y="0"/>
            <a:chExt cx="696717" cy="547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960" y="0"/>
              <a:ext cx="676798" cy="547840"/>
            </a:xfrm>
            <a:custGeom>
              <a:avLst/>
              <a:gdLst/>
              <a:ahLst/>
              <a:cxnLst/>
              <a:rect r="r" b="b" t="t" l="l"/>
              <a:pathLst>
                <a:path h="547840" w="676798">
                  <a:moveTo>
                    <a:pt x="668798" y="298129"/>
                  </a:moveTo>
                  <a:lnTo>
                    <a:pt x="501515" y="523631"/>
                  </a:lnTo>
                  <a:cubicBezTo>
                    <a:pt x="490218" y="538860"/>
                    <a:pt x="472376" y="547840"/>
                    <a:pt x="453414" y="547840"/>
                  </a:cubicBezTo>
                  <a:lnTo>
                    <a:pt x="223383" y="547840"/>
                  </a:lnTo>
                  <a:cubicBezTo>
                    <a:pt x="204421" y="547840"/>
                    <a:pt x="186579" y="538860"/>
                    <a:pt x="175281" y="523631"/>
                  </a:cubicBezTo>
                  <a:lnTo>
                    <a:pt x="7999" y="298129"/>
                  </a:lnTo>
                  <a:cubicBezTo>
                    <a:pt x="-2667" y="283751"/>
                    <a:pt x="-2667" y="264088"/>
                    <a:pt x="7999" y="249711"/>
                  </a:cubicBezTo>
                  <a:lnTo>
                    <a:pt x="175281" y="24209"/>
                  </a:lnTo>
                  <a:cubicBezTo>
                    <a:pt x="186579" y="8980"/>
                    <a:pt x="204421" y="0"/>
                    <a:pt x="223383" y="0"/>
                  </a:cubicBezTo>
                  <a:lnTo>
                    <a:pt x="453414" y="0"/>
                  </a:lnTo>
                  <a:cubicBezTo>
                    <a:pt x="472376" y="0"/>
                    <a:pt x="490218" y="8980"/>
                    <a:pt x="501515" y="24209"/>
                  </a:cubicBezTo>
                  <a:lnTo>
                    <a:pt x="668798" y="249711"/>
                  </a:lnTo>
                  <a:cubicBezTo>
                    <a:pt x="679463" y="264088"/>
                    <a:pt x="679463" y="283751"/>
                    <a:pt x="668798" y="298129"/>
                  </a:cubicBezTo>
                  <a:close/>
                </a:path>
              </a:pathLst>
            </a:custGeom>
            <a:solidFill>
              <a:srgbClr val="243B55">
                <a:alpha val="4706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47625"/>
              <a:ext cx="468117" cy="59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339304" y="9992895"/>
            <a:ext cx="961113" cy="651154"/>
          </a:xfrm>
          <a:custGeom>
            <a:avLst/>
            <a:gdLst/>
            <a:ahLst/>
            <a:cxnLst/>
            <a:rect r="r" b="b" t="t" l="l"/>
            <a:pathLst>
              <a:path h="651154" w="961113">
                <a:moveTo>
                  <a:pt x="0" y="0"/>
                </a:moveTo>
                <a:lnTo>
                  <a:pt x="961113" y="0"/>
                </a:lnTo>
                <a:lnTo>
                  <a:pt x="961113" y="651155"/>
                </a:lnTo>
                <a:lnTo>
                  <a:pt x="0" y="651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0800000">
            <a:off x="-308460" y="-758506"/>
            <a:ext cx="2164275" cy="1111896"/>
          </a:xfrm>
          <a:custGeom>
            <a:avLst/>
            <a:gdLst/>
            <a:ahLst/>
            <a:cxnLst/>
            <a:rect r="r" b="b" t="t" l="l"/>
            <a:pathLst>
              <a:path h="1111896" w="2164275">
                <a:moveTo>
                  <a:pt x="0" y="0"/>
                </a:moveTo>
                <a:lnTo>
                  <a:pt x="2164275" y="0"/>
                </a:lnTo>
                <a:lnTo>
                  <a:pt x="2164275" y="1111897"/>
                </a:lnTo>
                <a:lnTo>
                  <a:pt x="0" y="1111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43734" y="-92534"/>
            <a:ext cx="5809337" cy="537986"/>
          </a:xfrm>
          <a:custGeom>
            <a:avLst/>
            <a:gdLst/>
            <a:ahLst/>
            <a:cxnLst/>
            <a:rect r="r" b="b" t="t" l="l"/>
            <a:pathLst>
              <a:path h="537986" w="5809337">
                <a:moveTo>
                  <a:pt x="0" y="0"/>
                </a:moveTo>
                <a:lnTo>
                  <a:pt x="5809337" y="0"/>
                </a:lnTo>
                <a:lnTo>
                  <a:pt x="5809337" y="537986"/>
                </a:lnTo>
                <a:lnTo>
                  <a:pt x="0" y="537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34569" r="0" b="-36168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59919" y="2921037"/>
            <a:ext cx="9181996" cy="351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1D1A1B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Client Type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: Freight Forwarder</a:t>
            </a: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1D1A1B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Region: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 UK</a:t>
            </a: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1D1A1B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Requirement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: Automated data synchronization for HMRC customs declarations</a:t>
            </a: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1D1A1B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Solution Delivered: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          Two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-way integration between UK Customs integration from                  external system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          Automated declaration updates, responses and status sync</a:t>
            </a: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          Full mapping of customs fields and error notification framework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40432" y="5008280"/>
            <a:ext cx="278686" cy="1340351"/>
            <a:chOff x="0" y="0"/>
            <a:chExt cx="371581" cy="17871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8"/>
                  </a:lnTo>
                  <a:lnTo>
                    <a:pt x="0" y="272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009248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7"/>
                  </a:lnTo>
                  <a:lnTo>
                    <a:pt x="0" y="272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514488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7"/>
                  </a:lnTo>
                  <a:lnTo>
                    <a:pt x="0" y="272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042707" y="7492099"/>
            <a:ext cx="6099179" cy="1533525"/>
            <a:chOff x="0" y="0"/>
            <a:chExt cx="8132238" cy="20447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8132238" cy="2044700"/>
              <a:chOff x="0" y="0"/>
              <a:chExt cx="1254975" cy="31554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254975" cy="315540"/>
              </a:xfrm>
              <a:custGeom>
                <a:avLst/>
                <a:gdLst/>
                <a:ahLst/>
                <a:cxnLst/>
                <a:rect r="r" b="b" t="t" l="l"/>
                <a:pathLst>
                  <a:path h="315540" w="1254975">
                    <a:moveTo>
                      <a:pt x="24792" y="0"/>
                    </a:moveTo>
                    <a:lnTo>
                      <a:pt x="1230183" y="0"/>
                    </a:lnTo>
                    <a:cubicBezTo>
                      <a:pt x="1236758" y="0"/>
                      <a:pt x="1243064" y="2612"/>
                      <a:pt x="1247714" y="7261"/>
                    </a:cubicBezTo>
                    <a:cubicBezTo>
                      <a:pt x="1252363" y="11911"/>
                      <a:pt x="1254975" y="18217"/>
                      <a:pt x="1254975" y="24792"/>
                    </a:cubicBezTo>
                    <a:lnTo>
                      <a:pt x="1254975" y="290748"/>
                    </a:lnTo>
                    <a:cubicBezTo>
                      <a:pt x="1254975" y="297324"/>
                      <a:pt x="1252363" y="303629"/>
                      <a:pt x="1247714" y="308279"/>
                    </a:cubicBezTo>
                    <a:cubicBezTo>
                      <a:pt x="1243064" y="312928"/>
                      <a:pt x="1236758" y="315540"/>
                      <a:pt x="1230183" y="315540"/>
                    </a:cubicBezTo>
                    <a:lnTo>
                      <a:pt x="24792" y="315540"/>
                    </a:lnTo>
                    <a:cubicBezTo>
                      <a:pt x="18217" y="315540"/>
                      <a:pt x="11911" y="312928"/>
                      <a:pt x="7261" y="308279"/>
                    </a:cubicBezTo>
                    <a:cubicBezTo>
                      <a:pt x="2612" y="303629"/>
                      <a:pt x="0" y="297324"/>
                      <a:pt x="0" y="290748"/>
                    </a:cubicBezTo>
                    <a:lnTo>
                      <a:pt x="0" y="24792"/>
                    </a:lnTo>
                    <a:cubicBezTo>
                      <a:pt x="0" y="18217"/>
                      <a:pt x="2612" y="11911"/>
                      <a:pt x="7261" y="7261"/>
                    </a:cubicBezTo>
                    <a:cubicBezTo>
                      <a:pt x="11911" y="2612"/>
                      <a:pt x="18217" y="0"/>
                      <a:pt x="24792" y="0"/>
                    </a:cubicBezTo>
                    <a:close/>
                  </a:path>
                </a:pathLst>
              </a:custGeom>
              <a:solidFill>
                <a:srgbClr val="CDE0D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254975" cy="363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08890" y="227506"/>
              <a:ext cx="7923348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80"/>
                </a:lnSpc>
              </a:pPr>
              <a:r>
                <a:rPr lang="en-US" b="true" sz="2200" spc="57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Outcome: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spc="57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98</a:t>
              </a:r>
              <a:r>
                <a:rPr lang="en-US" sz="2200" spc="57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% elimination of manual data entry   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spc="57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Faster and error-free customs processing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56240" y="2522736"/>
            <a:ext cx="7245988" cy="7078275"/>
            <a:chOff x="0" y="0"/>
            <a:chExt cx="4828540" cy="47167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103" y="1273"/>
              <a:ext cx="4830645" cy="4716345"/>
            </a:xfrm>
            <a:custGeom>
              <a:avLst/>
              <a:gdLst/>
              <a:ahLst/>
              <a:cxnLst/>
              <a:rect r="r" b="b" t="t" l="l"/>
              <a:pathLst>
                <a:path h="4716345" w="4830645">
                  <a:moveTo>
                    <a:pt x="3415197" y="4653277"/>
                  </a:moveTo>
                  <a:cubicBezTo>
                    <a:pt x="3387257" y="4660897"/>
                    <a:pt x="3365667" y="4671057"/>
                    <a:pt x="3344077" y="4673597"/>
                  </a:cubicBezTo>
                  <a:cubicBezTo>
                    <a:pt x="3222157" y="4683757"/>
                    <a:pt x="3101507" y="4693917"/>
                    <a:pt x="2979587" y="4702807"/>
                  </a:cubicBezTo>
                  <a:cubicBezTo>
                    <a:pt x="2917357" y="4706617"/>
                    <a:pt x="2855127" y="4710427"/>
                    <a:pt x="2792897" y="4711697"/>
                  </a:cubicBezTo>
                  <a:cubicBezTo>
                    <a:pt x="2725587" y="4714237"/>
                    <a:pt x="2658277" y="4718047"/>
                    <a:pt x="2592237" y="4715507"/>
                  </a:cubicBezTo>
                  <a:cubicBezTo>
                    <a:pt x="2528737" y="4714237"/>
                    <a:pt x="2465237" y="4710427"/>
                    <a:pt x="2404277" y="4698997"/>
                  </a:cubicBezTo>
                  <a:cubicBezTo>
                    <a:pt x="2325537" y="4685027"/>
                    <a:pt x="2245527" y="4685027"/>
                    <a:pt x="2168057" y="4672327"/>
                  </a:cubicBezTo>
                  <a:cubicBezTo>
                    <a:pt x="1966127" y="4639307"/>
                    <a:pt x="1760387" y="4648197"/>
                    <a:pt x="1557187" y="4634227"/>
                  </a:cubicBezTo>
                  <a:cubicBezTo>
                    <a:pt x="1442887" y="4626607"/>
                    <a:pt x="1328587" y="4608827"/>
                    <a:pt x="1214287" y="4593587"/>
                  </a:cubicBezTo>
                  <a:cubicBezTo>
                    <a:pt x="1084747" y="4577077"/>
                    <a:pt x="955207" y="4558027"/>
                    <a:pt x="824397" y="4540247"/>
                  </a:cubicBezTo>
                  <a:cubicBezTo>
                    <a:pt x="729147" y="4527547"/>
                    <a:pt x="632627" y="4514847"/>
                    <a:pt x="537377" y="4502147"/>
                  </a:cubicBezTo>
                  <a:cubicBezTo>
                    <a:pt x="534837" y="4502147"/>
                    <a:pt x="532297" y="4500877"/>
                    <a:pt x="529757" y="4500877"/>
                  </a:cubicBezTo>
                  <a:cubicBezTo>
                    <a:pt x="449747" y="4466587"/>
                    <a:pt x="364657" y="4439917"/>
                    <a:pt x="290997" y="4395467"/>
                  </a:cubicBezTo>
                  <a:cubicBezTo>
                    <a:pt x="166537" y="4319267"/>
                    <a:pt x="113197" y="4197347"/>
                    <a:pt x="108117" y="4053837"/>
                  </a:cubicBezTo>
                  <a:cubicBezTo>
                    <a:pt x="106847" y="4004307"/>
                    <a:pt x="100497" y="3956047"/>
                    <a:pt x="100497" y="3906517"/>
                  </a:cubicBezTo>
                  <a:cubicBezTo>
                    <a:pt x="101767" y="3837937"/>
                    <a:pt x="106847" y="3770627"/>
                    <a:pt x="110657" y="3703317"/>
                  </a:cubicBezTo>
                  <a:cubicBezTo>
                    <a:pt x="120817" y="3502657"/>
                    <a:pt x="125897" y="3301997"/>
                    <a:pt x="110657" y="3101337"/>
                  </a:cubicBezTo>
                  <a:cubicBezTo>
                    <a:pt x="96687" y="2920997"/>
                    <a:pt x="83987" y="2741927"/>
                    <a:pt x="70017" y="2561587"/>
                  </a:cubicBezTo>
                  <a:cubicBezTo>
                    <a:pt x="61127" y="2446017"/>
                    <a:pt x="49697" y="2331717"/>
                    <a:pt x="42077" y="2216147"/>
                  </a:cubicBezTo>
                  <a:cubicBezTo>
                    <a:pt x="36997" y="2139947"/>
                    <a:pt x="38267" y="2062477"/>
                    <a:pt x="33187" y="1986277"/>
                  </a:cubicBezTo>
                  <a:cubicBezTo>
                    <a:pt x="30647" y="1943097"/>
                    <a:pt x="16677" y="1901187"/>
                    <a:pt x="15407" y="1858007"/>
                  </a:cubicBezTo>
                  <a:cubicBezTo>
                    <a:pt x="10327" y="1753867"/>
                    <a:pt x="9057" y="1648457"/>
                    <a:pt x="6517" y="1543047"/>
                  </a:cubicBezTo>
                  <a:cubicBezTo>
                    <a:pt x="5247" y="1502407"/>
                    <a:pt x="-1103" y="1461767"/>
                    <a:pt x="167" y="1421127"/>
                  </a:cubicBezTo>
                  <a:cubicBezTo>
                    <a:pt x="1437" y="1357627"/>
                    <a:pt x="9057" y="1294127"/>
                    <a:pt x="10327" y="1230627"/>
                  </a:cubicBezTo>
                  <a:cubicBezTo>
                    <a:pt x="11597" y="1156967"/>
                    <a:pt x="3977" y="1083307"/>
                    <a:pt x="6517" y="1010917"/>
                  </a:cubicBezTo>
                  <a:cubicBezTo>
                    <a:pt x="6517" y="941067"/>
                    <a:pt x="15407" y="872487"/>
                    <a:pt x="24297" y="802637"/>
                  </a:cubicBezTo>
                  <a:cubicBezTo>
                    <a:pt x="26837" y="778507"/>
                    <a:pt x="44617" y="756917"/>
                    <a:pt x="49697" y="732787"/>
                  </a:cubicBezTo>
                  <a:cubicBezTo>
                    <a:pt x="71287" y="613407"/>
                    <a:pt x="94147" y="494027"/>
                    <a:pt x="150027" y="383537"/>
                  </a:cubicBezTo>
                  <a:cubicBezTo>
                    <a:pt x="162727" y="359407"/>
                    <a:pt x="183047" y="337817"/>
                    <a:pt x="202097" y="318767"/>
                  </a:cubicBezTo>
                  <a:cubicBezTo>
                    <a:pt x="208447" y="312417"/>
                    <a:pt x="223687" y="316227"/>
                    <a:pt x="227497" y="316227"/>
                  </a:cubicBezTo>
                  <a:cubicBezTo>
                    <a:pt x="236387" y="299717"/>
                    <a:pt x="241467" y="283207"/>
                    <a:pt x="251627" y="275587"/>
                  </a:cubicBezTo>
                  <a:cubicBezTo>
                    <a:pt x="306237" y="233677"/>
                    <a:pt x="363387" y="203197"/>
                    <a:pt x="434507" y="195577"/>
                  </a:cubicBezTo>
                  <a:cubicBezTo>
                    <a:pt x="487847" y="189227"/>
                    <a:pt x="539917" y="166367"/>
                    <a:pt x="593257" y="153667"/>
                  </a:cubicBezTo>
                  <a:cubicBezTo>
                    <a:pt x="658027" y="138427"/>
                    <a:pt x="722797" y="120647"/>
                    <a:pt x="790107" y="111757"/>
                  </a:cubicBezTo>
                  <a:cubicBezTo>
                    <a:pt x="851067" y="104137"/>
                    <a:pt x="909487" y="87627"/>
                    <a:pt x="971717" y="82547"/>
                  </a:cubicBezTo>
                  <a:cubicBezTo>
                    <a:pt x="1035217" y="77467"/>
                    <a:pt x="1098717" y="62227"/>
                    <a:pt x="1163487" y="57147"/>
                  </a:cubicBezTo>
                  <a:cubicBezTo>
                    <a:pt x="1338747" y="44447"/>
                    <a:pt x="1515277" y="35557"/>
                    <a:pt x="1690537" y="25397"/>
                  </a:cubicBezTo>
                  <a:cubicBezTo>
                    <a:pt x="1733717" y="22857"/>
                    <a:pt x="1776897" y="25397"/>
                    <a:pt x="1820077" y="26667"/>
                  </a:cubicBezTo>
                  <a:cubicBezTo>
                    <a:pt x="1841667" y="27937"/>
                    <a:pt x="1863257" y="33017"/>
                    <a:pt x="1886117" y="35557"/>
                  </a:cubicBezTo>
                  <a:cubicBezTo>
                    <a:pt x="1896277" y="36827"/>
                    <a:pt x="1906437" y="33017"/>
                    <a:pt x="1916597" y="33017"/>
                  </a:cubicBezTo>
                  <a:cubicBezTo>
                    <a:pt x="1947077" y="33017"/>
                    <a:pt x="1978827" y="33017"/>
                    <a:pt x="2009307" y="31747"/>
                  </a:cubicBezTo>
                  <a:cubicBezTo>
                    <a:pt x="2067727" y="29207"/>
                    <a:pt x="2127417" y="22857"/>
                    <a:pt x="2185837" y="22857"/>
                  </a:cubicBezTo>
                  <a:cubicBezTo>
                    <a:pt x="2242987" y="22857"/>
                    <a:pt x="2300137" y="26667"/>
                    <a:pt x="2357287" y="29207"/>
                  </a:cubicBezTo>
                  <a:lnTo>
                    <a:pt x="2403007" y="29207"/>
                  </a:lnTo>
                  <a:cubicBezTo>
                    <a:pt x="2472857" y="26667"/>
                    <a:pt x="2541437" y="26667"/>
                    <a:pt x="2611287" y="22857"/>
                  </a:cubicBezTo>
                  <a:cubicBezTo>
                    <a:pt x="2678597" y="19047"/>
                    <a:pt x="2744637" y="10157"/>
                    <a:pt x="2811947" y="6347"/>
                  </a:cubicBezTo>
                  <a:cubicBezTo>
                    <a:pt x="2843697" y="3807"/>
                    <a:pt x="2876717" y="3807"/>
                    <a:pt x="2908467" y="10157"/>
                  </a:cubicBezTo>
                  <a:cubicBezTo>
                    <a:pt x="2956727" y="19047"/>
                    <a:pt x="3002447" y="24127"/>
                    <a:pt x="3050707" y="10157"/>
                  </a:cubicBezTo>
                  <a:cubicBezTo>
                    <a:pt x="3068487" y="5077"/>
                    <a:pt x="3091347" y="13967"/>
                    <a:pt x="3111667" y="16507"/>
                  </a:cubicBezTo>
                  <a:cubicBezTo>
                    <a:pt x="3120557" y="17777"/>
                    <a:pt x="3130717" y="20317"/>
                    <a:pt x="3135797" y="16507"/>
                  </a:cubicBezTo>
                  <a:cubicBezTo>
                    <a:pt x="3170087" y="-8893"/>
                    <a:pt x="3201837" y="-2543"/>
                    <a:pt x="3234857" y="19047"/>
                  </a:cubicBezTo>
                  <a:cubicBezTo>
                    <a:pt x="3238667" y="21587"/>
                    <a:pt x="3248827" y="15237"/>
                    <a:pt x="3256447" y="15237"/>
                  </a:cubicBezTo>
                  <a:cubicBezTo>
                    <a:pt x="3286927" y="15237"/>
                    <a:pt x="3317407" y="15237"/>
                    <a:pt x="3349157" y="16507"/>
                  </a:cubicBezTo>
                  <a:cubicBezTo>
                    <a:pt x="3372017" y="17777"/>
                    <a:pt x="3393607" y="25397"/>
                    <a:pt x="3416467" y="27937"/>
                  </a:cubicBezTo>
                  <a:cubicBezTo>
                    <a:pt x="3465997" y="34287"/>
                    <a:pt x="3516797" y="44447"/>
                    <a:pt x="3567597" y="44447"/>
                  </a:cubicBezTo>
                  <a:cubicBezTo>
                    <a:pt x="3662847" y="45717"/>
                    <a:pt x="3758097" y="49527"/>
                    <a:pt x="3852077" y="69847"/>
                  </a:cubicBezTo>
                  <a:cubicBezTo>
                    <a:pt x="3939707" y="88897"/>
                    <a:pt x="4029877" y="88897"/>
                    <a:pt x="4118777" y="104137"/>
                  </a:cubicBezTo>
                  <a:cubicBezTo>
                    <a:pt x="4172117" y="113027"/>
                    <a:pt x="4226727" y="129537"/>
                    <a:pt x="4272447" y="156207"/>
                  </a:cubicBezTo>
                  <a:cubicBezTo>
                    <a:pt x="4321977" y="184147"/>
                    <a:pt x="4360077" y="229867"/>
                    <a:pt x="4404527" y="267967"/>
                  </a:cubicBezTo>
                  <a:cubicBezTo>
                    <a:pt x="4421037" y="281937"/>
                    <a:pt x="4445167" y="292097"/>
                    <a:pt x="4456597" y="309877"/>
                  </a:cubicBezTo>
                  <a:cubicBezTo>
                    <a:pt x="4489617" y="358137"/>
                    <a:pt x="4518827" y="408937"/>
                    <a:pt x="4548037" y="459737"/>
                  </a:cubicBezTo>
                  <a:cubicBezTo>
                    <a:pt x="4569627" y="496567"/>
                    <a:pt x="4591217" y="534667"/>
                    <a:pt x="4607727" y="572767"/>
                  </a:cubicBezTo>
                  <a:cubicBezTo>
                    <a:pt x="4625507" y="617217"/>
                    <a:pt x="4639477" y="662937"/>
                    <a:pt x="4653447" y="709927"/>
                  </a:cubicBezTo>
                  <a:cubicBezTo>
                    <a:pt x="4675037" y="783587"/>
                    <a:pt x="4700437" y="857247"/>
                    <a:pt x="4714407" y="933447"/>
                  </a:cubicBezTo>
                  <a:cubicBezTo>
                    <a:pt x="4734727" y="1040127"/>
                    <a:pt x="4744887" y="1149347"/>
                    <a:pt x="4760127" y="1257297"/>
                  </a:cubicBezTo>
                  <a:cubicBezTo>
                    <a:pt x="4765207" y="1292857"/>
                    <a:pt x="4771557" y="1328417"/>
                    <a:pt x="4774097" y="1363977"/>
                  </a:cubicBezTo>
                  <a:cubicBezTo>
                    <a:pt x="4781717" y="1465577"/>
                    <a:pt x="4786797" y="1565907"/>
                    <a:pt x="4793147" y="1667507"/>
                  </a:cubicBezTo>
                  <a:cubicBezTo>
                    <a:pt x="4802037" y="1793237"/>
                    <a:pt x="4814737" y="1917697"/>
                    <a:pt x="4821087" y="2043427"/>
                  </a:cubicBezTo>
                  <a:cubicBezTo>
                    <a:pt x="4827437" y="2164077"/>
                    <a:pt x="4832517" y="2285997"/>
                    <a:pt x="4829977" y="2407917"/>
                  </a:cubicBezTo>
                  <a:cubicBezTo>
                    <a:pt x="4826167" y="2611117"/>
                    <a:pt x="4816007" y="2813047"/>
                    <a:pt x="4805847" y="3016247"/>
                  </a:cubicBezTo>
                  <a:cubicBezTo>
                    <a:pt x="4799497" y="3141977"/>
                    <a:pt x="4790607" y="3266437"/>
                    <a:pt x="4777907" y="3390897"/>
                  </a:cubicBezTo>
                  <a:cubicBezTo>
                    <a:pt x="4765207" y="3515357"/>
                    <a:pt x="4746157" y="3638547"/>
                    <a:pt x="4732187" y="3763007"/>
                  </a:cubicBezTo>
                  <a:cubicBezTo>
                    <a:pt x="4722027" y="3849367"/>
                    <a:pt x="4719487" y="3935727"/>
                    <a:pt x="4708057" y="4020817"/>
                  </a:cubicBezTo>
                  <a:cubicBezTo>
                    <a:pt x="4697897" y="4098287"/>
                    <a:pt x="4659797" y="4166867"/>
                    <a:pt x="4608997" y="4224017"/>
                  </a:cubicBezTo>
                  <a:cubicBezTo>
                    <a:pt x="4567087" y="4272277"/>
                    <a:pt x="4534067" y="4326887"/>
                    <a:pt x="4490887" y="4373877"/>
                  </a:cubicBezTo>
                  <a:cubicBezTo>
                    <a:pt x="4452787" y="4415787"/>
                    <a:pt x="4410877" y="4457697"/>
                    <a:pt x="4344837" y="4458967"/>
                  </a:cubicBezTo>
                  <a:cubicBezTo>
                    <a:pt x="4329597" y="4458967"/>
                    <a:pt x="4315627" y="4474207"/>
                    <a:pt x="4300387" y="4481827"/>
                  </a:cubicBezTo>
                  <a:cubicBezTo>
                    <a:pt x="4235617" y="4509767"/>
                    <a:pt x="4168307" y="4533897"/>
                    <a:pt x="4104807" y="4564377"/>
                  </a:cubicBezTo>
                  <a:cubicBezTo>
                    <a:pt x="3987967" y="4620257"/>
                    <a:pt x="3862237" y="4629147"/>
                    <a:pt x="3736507" y="4634227"/>
                  </a:cubicBezTo>
                  <a:cubicBezTo>
                    <a:pt x="3688247" y="4636767"/>
                    <a:pt x="3638717" y="4632957"/>
                    <a:pt x="3590457" y="4636767"/>
                  </a:cubicBezTo>
                  <a:cubicBezTo>
                    <a:pt x="3566327" y="4638037"/>
                    <a:pt x="3543467" y="4649467"/>
                    <a:pt x="3520607" y="4654547"/>
                  </a:cubicBezTo>
                  <a:cubicBezTo>
                    <a:pt x="3510447" y="4657087"/>
                    <a:pt x="3500287" y="4655817"/>
                    <a:pt x="3488857" y="4657087"/>
                  </a:cubicBezTo>
                  <a:cubicBezTo>
                    <a:pt x="3473617" y="4658357"/>
                    <a:pt x="3458377" y="4662167"/>
                    <a:pt x="3443137" y="4660897"/>
                  </a:cubicBezTo>
                  <a:cubicBezTo>
                    <a:pt x="3427897" y="4658357"/>
                    <a:pt x="3417737" y="4653277"/>
                    <a:pt x="3415197" y="4653277"/>
                  </a:cubicBezTo>
                  <a:close/>
                </a:path>
              </a:pathLst>
            </a:custGeom>
            <a:blipFill>
              <a:blip r:embed="rId10"/>
              <a:stretch>
                <a:fillRect l="-23271" t="0" r="-23271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22625" y="712152"/>
            <a:ext cx="1467754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6000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CARGOWISE SUCCESS STORIES (2/5)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2769" y="2138561"/>
            <a:ext cx="4774953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4"/>
              </a:lnSpc>
              <a:spcBef>
                <a:spcPct val="0"/>
              </a:spcBef>
            </a:pPr>
            <a:r>
              <a:rPr lang="en-US" b="true" sz="2499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UK CUSTOMS INTEGRATION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9444" y="2485873"/>
            <a:ext cx="540072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UK Customs automation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7544" y="6594701"/>
            <a:ext cx="887170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b="true" sz="2200">
                <a:solidFill>
                  <a:srgbClr val="1D1A1B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Tech Stack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: XML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, JSON, CW1 Integration Framework, ASM API, EDI Integrations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3212" y="9947191"/>
            <a:ext cx="3316080" cy="537986"/>
            <a:chOff x="0" y="0"/>
            <a:chExt cx="873371" cy="141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3371" cy="141692"/>
            </a:xfrm>
            <a:custGeom>
              <a:avLst/>
              <a:gdLst/>
              <a:ahLst/>
              <a:cxnLst/>
              <a:rect r="r" b="b" t="t" l="l"/>
              <a:pathLst>
                <a:path h="141692" w="873371">
                  <a:moveTo>
                    <a:pt x="70846" y="0"/>
                  </a:moveTo>
                  <a:lnTo>
                    <a:pt x="802525" y="0"/>
                  </a:lnTo>
                  <a:cubicBezTo>
                    <a:pt x="841652" y="0"/>
                    <a:pt x="873371" y="31719"/>
                    <a:pt x="873371" y="70846"/>
                  </a:cubicBezTo>
                  <a:lnTo>
                    <a:pt x="873371" y="70846"/>
                  </a:lnTo>
                  <a:cubicBezTo>
                    <a:pt x="873371" y="89635"/>
                    <a:pt x="865907" y="107655"/>
                    <a:pt x="852621" y="120942"/>
                  </a:cubicBezTo>
                  <a:cubicBezTo>
                    <a:pt x="839334" y="134228"/>
                    <a:pt x="821314" y="141692"/>
                    <a:pt x="802525" y="141692"/>
                  </a:cubicBezTo>
                  <a:lnTo>
                    <a:pt x="70846" y="141692"/>
                  </a:lnTo>
                  <a:cubicBezTo>
                    <a:pt x="52056" y="141692"/>
                    <a:pt x="34036" y="134228"/>
                    <a:pt x="20750" y="120942"/>
                  </a:cubicBezTo>
                  <a:cubicBezTo>
                    <a:pt x="7464" y="107655"/>
                    <a:pt x="0" y="89635"/>
                    <a:pt x="0" y="70846"/>
                  </a:cubicBezTo>
                  <a:lnTo>
                    <a:pt x="0" y="70846"/>
                  </a:lnTo>
                  <a:cubicBezTo>
                    <a:pt x="0" y="52056"/>
                    <a:pt x="7464" y="34036"/>
                    <a:pt x="20750" y="20750"/>
                  </a:cubicBezTo>
                  <a:cubicBezTo>
                    <a:pt x="34036" y="7464"/>
                    <a:pt x="52056" y="0"/>
                    <a:pt x="70846" y="0"/>
                  </a:cubicBezTo>
                  <a:close/>
                </a:path>
              </a:pathLst>
            </a:custGeom>
            <a:solidFill>
              <a:srgbClr val="1657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73371" cy="189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77366" y="8460193"/>
            <a:ext cx="5210521" cy="4477792"/>
            <a:chOff x="0" y="0"/>
            <a:chExt cx="6947361" cy="597038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947361" cy="5970389"/>
              <a:chOff x="0" y="0"/>
              <a:chExt cx="812800" cy="698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13627" y="0"/>
                <a:ext cx="785546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85546">
                    <a:moveTo>
                      <a:pt x="773768" y="392915"/>
                    </a:moveTo>
                    <a:lnTo>
                      <a:pt x="621378" y="654835"/>
                    </a:lnTo>
                    <a:cubicBezTo>
                      <a:pt x="605649" y="681869"/>
                      <a:pt x="576732" y="698500"/>
                      <a:pt x="545455" y="698500"/>
                    </a:cubicBezTo>
                    <a:lnTo>
                      <a:pt x="240091" y="698500"/>
                    </a:lnTo>
                    <a:cubicBezTo>
                      <a:pt x="208814" y="698500"/>
                      <a:pt x="179897" y="681869"/>
                      <a:pt x="164168" y="654835"/>
                    </a:cubicBezTo>
                    <a:lnTo>
                      <a:pt x="11778" y="392915"/>
                    </a:lnTo>
                    <a:cubicBezTo>
                      <a:pt x="-3926" y="365923"/>
                      <a:pt x="-3926" y="332577"/>
                      <a:pt x="11778" y="305585"/>
                    </a:cubicBezTo>
                    <a:lnTo>
                      <a:pt x="164168" y="43665"/>
                    </a:lnTo>
                    <a:cubicBezTo>
                      <a:pt x="179897" y="16631"/>
                      <a:pt x="208814" y="0"/>
                      <a:pt x="240091" y="0"/>
                    </a:cubicBezTo>
                    <a:lnTo>
                      <a:pt x="545455" y="0"/>
                    </a:lnTo>
                    <a:cubicBezTo>
                      <a:pt x="576732" y="0"/>
                      <a:pt x="605649" y="16631"/>
                      <a:pt x="621378" y="43665"/>
                    </a:cubicBezTo>
                    <a:lnTo>
                      <a:pt x="773768" y="305585"/>
                    </a:lnTo>
                    <a:cubicBezTo>
                      <a:pt x="789472" y="332577"/>
                      <a:pt x="789472" y="365923"/>
                      <a:pt x="773768" y="392915"/>
                    </a:cubicBezTo>
                    <a:close/>
                  </a:path>
                </a:pathLst>
              </a:custGeom>
              <a:solidFill>
                <a:srgbClr val="243B5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615568" y="737508"/>
              <a:ext cx="4396286" cy="3778058"/>
              <a:chOff x="0" y="0"/>
              <a:chExt cx="812800" cy="6985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5700" y="0"/>
                <a:ext cx="8014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01400">
                    <a:moveTo>
                      <a:pt x="796473" y="367516"/>
                    </a:moveTo>
                    <a:lnTo>
                      <a:pt x="614527" y="680234"/>
                    </a:lnTo>
                    <a:cubicBezTo>
                      <a:pt x="607948" y="691543"/>
                      <a:pt x="595851" y="698500"/>
                      <a:pt x="582768" y="698500"/>
                    </a:cubicBezTo>
                    <a:lnTo>
                      <a:pt x="218632" y="698500"/>
                    </a:lnTo>
                    <a:cubicBezTo>
                      <a:pt x="205549" y="698500"/>
                      <a:pt x="193452" y="691543"/>
                      <a:pt x="186873" y="680234"/>
                    </a:cubicBezTo>
                    <a:lnTo>
                      <a:pt x="4927" y="367516"/>
                    </a:lnTo>
                    <a:cubicBezTo>
                      <a:pt x="-1642" y="356225"/>
                      <a:pt x="-1642" y="342275"/>
                      <a:pt x="4927" y="330984"/>
                    </a:cubicBezTo>
                    <a:lnTo>
                      <a:pt x="186873" y="18266"/>
                    </a:lnTo>
                    <a:cubicBezTo>
                      <a:pt x="193452" y="6957"/>
                      <a:pt x="205549" y="0"/>
                      <a:pt x="218632" y="0"/>
                    </a:cubicBezTo>
                    <a:lnTo>
                      <a:pt x="582768" y="0"/>
                    </a:lnTo>
                    <a:cubicBezTo>
                      <a:pt x="595851" y="0"/>
                      <a:pt x="607948" y="6957"/>
                      <a:pt x="614527" y="18266"/>
                    </a:cubicBezTo>
                    <a:lnTo>
                      <a:pt x="796473" y="330984"/>
                    </a:lnTo>
                    <a:cubicBezTo>
                      <a:pt x="803042" y="342275"/>
                      <a:pt x="803042" y="356225"/>
                      <a:pt x="796473" y="36751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1767061" y="-591955"/>
            <a:ext cx="3389686" cy="2665365"/>
            <a:chOff x="0" y="0"/>
            <a:chExt cx="696717" cy="54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320" y="0"/>
              <a:ext cx="674077" cy="547840"/>
            </a:xfrm>
            <a:custGeom>
              <a:avLst/>
              <a:gdLst/>
              <a:ahLst/>
              <a:cxnLst/>
              <a:rect r="r" b="b" t="t" l="l"/>
              <a:pathLst>
                <a:path h="547840" w="674077">
                  <a:moveTo>
                    <a:pt x="664985" y="301435"/>
                  </a:moveTo>
                  <a:lnTo>
                    <a:pt x="502608" y="520325"/>
                  </a:lnTo>
                  <a:cubicBezTo>
                    <a:pt x="489768" y="537634"/>
                    <a:pt x="469489" y="547840"/>
                    <a:pt x="447937" y="547840"/>
                  </a:cubicBezTo>
                  <a:lnTo>
                    <a:pt x="226139" y="547840"/>
                  </a:lnTo>
                  <a:cubicBezTo>
                    <a:pt x="204588" y="547840"/>
                    <a:pt x="184309" y="537634"/>
                    <a:pt x="171469" y="520325"/>
                  </a:cubicBezTo>
                  <a:lnTo>
                    <a:pt x="9091" y="301435"/>
                  </a:lnTo>
                  <a:cubicBezTo>
                    <a:pt x="-3031" y="285094"/>
                    <a:pt x="-3031" y="262745"/>
                    <a:pt x="9091" y="246405"/>
                  </a:cubicBezTo>
                  <a:lnTo>
                    <a:pt x="171469" y="27515"/>
                  </a:lnTo>
                  <a:cubicBezTo>
                    <a:pt x="184309" y="10206"/>
                    <a:pt x="204588" y="0"/>
                    <a:pt x="226139" y="0"/>
                  </a:cubicBezTo>
                  <a:lnTo>
                    <a:pt x="447937" y="0"/>
                  </a:lnTo>
                  <a:cubicBezTo>
                    <a:pt x="469489" y="0"/>
                    <a:pt x="489768" y="10206"/>
                    <a:pt x="502608" y="27515"/>
                  </a:cubicBezTo>
                  <a:lnTo>
                    <a:pt x="664985" y="246405"/>
                  </a:lnTo>
                  <a:cubicBezTo>
                    <a:pt x="677107" y="262745"/>
                    <a:pt x="677107" y="285094"/>
                    <a:pt x="664985" y="301435"/>
                  </a:cubicBezTo>
                  <a:close/>
                </a:path>
              </a:pathLst>
            </a:custGeom>
            <a:solidFill>
              <a:srgbClr val="243B55">
                <a:alpha val="4706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47625"/>
              <a:ext cx="468117" cy="59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32205" y="3325860"/>
            <a:ext cx="2311589" cy="1817640"/>
            <a:chOff x="0" y="0"/>
            <a:chExt cx="696717" cy="547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960" y="0"/>
              <a:ext cx="676798" cy="547840"/>
            </a:xfrm>
            <a:custGeom>
              <a:avLst/>
              <a:gdLst/>
              <a:ahLst/>
              <a:cxnLst/>
              <a:rect r="r" b="b" t="t" l="l"/>
              <a:pathLst>
                <a:path h="547840" w="676798">
                  <a:moveTo>
                    <a:pt x="668798" y="298129"/>
                  </a:moveTo>
                  <a:lnTo>
                    <a:pt x="501515" y="523631"/>
                  </a:lnTo>
                  <a:cubicBezTo>
                    <a:pt x="490218" y="538860"/>
                    <a:pt x="472376" y="547840"/>
                    <a:pt x="453414" y="547840"/>
                  </a:cubicBezTo>
                  <a:lnTo>
                    <a:pt x="223383" y="547840"/>
                  </a:lnTo>
                  <a:cubicBezTo>
                    <a:pt x="204421" y="547840"/>
                    <a:pt x="186579" y="538860"/>
                    <a:pt x="175281" y="523631"/>
                  </a:cubicBezTo>
                  <a:lnTo>
                    <a:pt x="7999" y="298129"/>
                  </a:lnTo>
                  <a:cubicBezTo>
                    <a:pt x="-2667" y="283751"/>
                    <a:pt x="-2667" y="264088"/>
                    <a:pt x="7999" y="249711"/>
                  </a:cubicBezTo>
                  <a:lnTo>
                    <a:pt x="175281" y="24209"/>
                  </a:lnTo>
                  <a:cubicBezTo>
                    <a:pt x="186579" y="8980"/>
                    <a:pt x="204421" y="0"/>
                    <a:pt x="223383" y="0"/>
                  </a:cubicBezTo>
                  <a:lnTo>
                    <a:pt x="453414" y="0"/>
                  </a:lnTo>
                  <a:cubicBezTo>
                    <a:pt x="472376" y="0"/>
                    <a:pt x="490218" y="8980"/>
                    <a:pt x="501515" y="24209"/>
                  </a:cubicBezTo>
                  <a:lnTo>
                    <a:pt x="668798" y="249711"/>
                  </a:lnTo>
                  <a:cubicBezTo>
                    <a:pt x="679463" y="264088"/>
                    <a:pt x="679463" y="283751"/>
                    <a:pt x="668798" y="298129"/>
                  </a:cubicBezTo>
                  <a:close/>
                </a:path>
              </a:pathLst>
            </a:custGeom>
            <a:solidFill>
              <a:srgbClr val="243B55">
                <a:alpha val="4706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47625"/>
              <a:ext cx="468117" cy="59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339304" y="9992895"/>
            <a:ext cx="961113" cy="651154"/>
          </a:xfrm>
          <a:custGeom>
            <a:avLst/>
            <a:gdLst/>
            <a:ahLst/>
            <a:cxnLst/>
            <a:rect r="r" b="b" t="t" l="l"/>
            <a:pathLst>
              <a:path h="651154" w="961113">
                <a:moveTo>
                  <a:pt x="0" y="0"/>
                </a:moveTo>
                <a:lnTo>
                  <a:pt x="961113" y="0"/>
                </a:lnTo>
                <a:lnTo>
                  <a:pt x="961113" y="651155"/>
                </a:lnTo>
                <a:lnTo>
                  <a:pt x="0" y="651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0800000">
            <a:off x="-308460" y="-758506"/>
            <a:ext cx="2164275" cy="1111896"/>
          </a:xfrm>
          <a:custGeom>
            <a:avLst/>
            <a:gdLst/>
            <a:ahLst/>
            <a:cxnLst/>
            <a:rect r="r" b="b" t="t" l="l"/>
            <a:pathLst>
              <a:path h="1111896" w="2164275">
                <a:moveTo>
                  <a:pt x="0" y="0"/>
                </a:moveTo>
                <a:lnTo>
                  <a:pt x="2164275" y="0"/>
                </a:lnTo>
                <a:lnTo>
                  <a:pt x="2164275" y="1111897"/>
                </a:lnTo>
                <a:lnTo>
                  <a:pt x="0" y="1111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43734" y="-92534"/>
            <a:ext cx="5809337" cy="537986"/>
          </a:xfrm>
          <a:custGeom>
            <a:avLst/>
            <a:gdLst/>
            <a:ahLst/>
            <a:cxnLst/>
            <a:rect r="r" b="b" t="t" l="l"/>
            <a:pathLst>
              <a:path h="537986" w="5809337">
                <a:moveTo>
                  <a:pt x="0" y="0"/>
                </a:moveTo>
                <a:lnTo>
                  <a:pt x="5809337" y="0"/>
                </a:lnTo>
                <a:lnTo>
                  <a:pt x="5809337" y="537986"/>
                </a:lnTo>
                <a:lnTo>
                  <a:pt x="0" y="537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34569" r="0" b="-361689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78969" y="3050713"/>
            <a:ext cx="9659300" cy="3849370"/>
            <a:chOff x="0" y="0"/>
            <a:chExt cx="12879067" cy="51324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57150"/>
              <a:ext cx="12879067" cy="51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Client Type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: Global Freight Forwarder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Region: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USA, India, Dubai,Turkiye, Canada, Mexico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Requirement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: Standardized operations through automation and custom documents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Solution Delivered: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 Workflow automation for operations, finance, and exceptions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Custom reports, HBL/MBL, invoice templates and communication          formats         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  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Automated notifications and milestone trigger         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  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Custom field integrations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213413" y="2702973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7"/>
                  </a:lnTo>
                  <a:lnTo>
                    <a:pt x="0" y="272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13413" y="3217683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8"/>
                  </a:lnTo>
                  <a:lnTo>
                    <a:pt x="0" y="272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6113" y="4253094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8"/>
                  </a:lnTo>
                  <a:lnTo>
                    <a:pt x="0" y="272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13413" y="4754342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7"/>
                  </a:lnTo>
                  <a:lnTo>
                    <a:pt x="0" y="272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659727" y="8025303"/>
            <a:ext cx="6099179" cy="1533525"/>
            <a:chOff x="0" y="0"/>
            <a:chExt cx="8132238" cy="20447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8132238" cy="2044700"/>
              <a:chOff x="0" y="0"/>
              <a:chExt cx="1254975" cy="31554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975" cy="315540"/>
              </a:xfrm>
              <a:custGeom>
                <a:avLst/>
                <a:gdLst/>
                <a:ahLst/>
                <a:cxnLst/>
                <a:rect r="r" b="b" t="t" l="l"/>
                <a:pathLst>
                  <a:path h="315540" w="1254975">
                    <a:moveTo>
                      <a:pt x="24792" y="0"/>
                    </a:moveTo>
                    <a:lnTo>
                      <a:pt x="1230183" y="0"/>
                    </a:lnTo>
                    <a:cubicBezTo>
                      <a:pt x="1236758" y="0"/>
                      <a:pt x="1243064" y="2612"/>
                      <a:pt x="1247714" y="7261"/>
                    </a:cubicBezTo>
                    <a:cubicBezTo>
                      <a:pt x="1252363" y="11911"/>
                      <a:pt x="1254975" y="18217"/>
                      <a:pt x="1254975" y="24792"/>
                    </a:cubicBezTo>
                    <a:lnTo>
                      <a:pt x="1254975" y="290748"/>
                    </a:lnTo>
                    <a:cubicBezTo>
                      <a:pt x="1254975" y="297324"/>
                      <a:pt x="1252363" y="303629"/>
                      <a:pt x="1247714" y="308279"/>
                    </a:cubicBezTo>
                    <a:cubicBezTo>
                      <a:pt x="1243064" y="312928"/>
                      <a:pt x="1236758" y="315540"/>
                      <a:pt x="1230183" y="315540"/>
                    </a:cubicBezTo>
                    <a:lnTo>
                      <a:pt x="24792" y="315540"/>
                    </a:lnTo>
                    <a:cubicBezTo>
                      <a:pt x="18217" y="315540"/>
                      <a:pt x="11911" y="312928"/>
                      <a:pt x="7261" y="308279"/>
                    </a:cubicBezTo>
                    <a:cubicBezTo>
                      <a:pt x="2612" y="303629"/>
                      <a:pt x="0" y="297324"/>
                      <a:pt x="0" y="290748"/>
                    </a:cubicBezTo>
                    <a:lnTo>
                      <a:pt x="0" y="24792"/>
                    </a:lnTo>
                    <a:cubicBezTo>
                      <a:pt x="0" y="18217"/>
                      <a:pt x="2612" y="11911"/>
                      <a:pt x="7261" y="7261"/>
                    </a:cubicBezTo>
                    <a:cubicBezTo>
                      <a:pt x="11911" y="2612"/>
                      <a:pt x="18217" y="0"/>
                      <a:pt x="24792" y="0"/>
                    </a:cubicBezTo>
                    <a:close/>
                  </a:path>
                </a:pathLst>
              </a:custGeom>
              <a:solidFill>
                <a:srgbClr val="CDE0DB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1254975" cy="363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08890" y="227506"/>
              <a:ext cx="7923348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Outcome: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60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% increase in operational efficiency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Consis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tent documentation across regions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63944" y="2522736"/>
            <a:ext cx="6938285" cy="7316248"/>
            <a:chOff x="0" y="0"/>
            <a:chExt cx="4473107" cy="47167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022" y="1273"/>
              <a:ext cx="4475296" cy="4716345"/>
            </a:xfrm>
            <a:custGeom>
              <a:avLst/>
              <a:gdLst/>
              <a:ahLst/>
              <a:cxnLst/>
              <a:rect r="r" b="b" t="t" l="l"/>
              <a:pathLst>
                <a:path h="4716345" w="4475296">
                  <a:moveTo>
                    <a:pt x="3163801" y="4653277"/>
                  </a:moveTo>
                  <a:cubicBezTo>
                    <a:pt x="3137918" y="4660897"/>
                    <a:pt x="3117917" y="4671057"/>
                    <a:pt x="3097916" y="4673597"/>
                  </a:cubicBezTo>
                  <a:cubicBezTo>
                    <a:pt x="2984971" y="4683757"/>
                    <a:pt x="2873202" y="4693917"/>
                    <a:pt x="2760257" y="4702807"/>
                  </a:cubicBezTo>
                  <a:cubicBezTo>
                    <a:pt x="2702608" y="4706617"/>
                    <a:pt x="2644958" y="4710427"/>
                    <a:pt x="2587309" y="4711697"/>
                  </a:cubicBezTo>
                  <a:cubicBezTo>
                    <a:pt x="2524954" y="4714237"/>
                    <a:pt x="2462599" y="4718047"/>
                    <a:pt x="2401420" y="4715507"/>
                  </a:cubicBezTo>
                  <a:cubicBezTo>
                    <a:pt x="2342594" y="4714237"/>
                    <a:pt x="2283769" y="4710427"/>
                    <a:pt x="2227296" y="4698997"/>
                  </a:cubicBezTo>
                  <a:cubicBezTo>
                    <a:pt x="2154352" y="4685027"/>
                    <a:pt x="2080232" y="4685027"/>
                    <a:pt x="2008464" y="4672327"/>
                  </a:cubicBezTo>
                  <a:cubicBezTo>
                    <a:pt x="1821399" y="4639307"/>
                    <a:pt x="1630803" y="4648197"/>
                    <a:pt x="1442561" y="4634227"/>
                  </a:cubicBezTo>
                  <a:cubicBezTo>
                    <a:pt x="1336675" y="4626607"/>
                    <a:pt x="1230788" y="4608827"/>
                    <a:pt x="1124902" y="4593587"/>
                  </a:cubicBezTo>
                  <a:cubicBezTo>
                    <a:pt x="1004898" y="4577077"/>
                    <a:pt x="884893" y="4558027"/>
                    <a:pt x="763712" y="4540247"/>
                  </a:cubicBezTo>
                  <a:cubicBezTo>
                    <a:pt x="675474" y="4527547"/>
                    <a:pt x="586059" y="4514847"/>
                    <a:pt x="497820" y="4502147"/>
                  </a:cubicBezTo>
                  <a:cubicBezTo>
                    <a:pt x="495467" y="4502147"/>
                    <a:pt x="493114" y="4500877"/>
                    <a:pt x="490761" y="4500877"/>
                  </a:cubicBezTo>
                  <a:cubicBezTo>
                    <a:pt x="416641" y="4466587"/>
                    <a:pt x="337814" y="4439917"/>
                    <a:pt x="269576" y="4395467"/>
                  </a:cubicBezTo>
                  <a:cubicBezTo>
                    <a:pt x="154278" y="4319267"/>
                    <a:pt x="104864" y="4197347"/>
                    <a:pt x="100158" y="4053837"/>
                  </a:cubicBezTo>
                  <a:cubicBezTo>
                    <a:pt x="98982" y="4004307"/>
                    <a:pt x="93099" y="3956047"/>
                    <a:pt x="93099" y="3906517"/>
                  </a:cubicBezTo>
                  <a:cubicBezTo>
                    <a:pt x="94276" y="3837937"/>
                    <a:pt x="98982" y="3770627"/>
                    <a:pt x="102511" y="3703317"/>
                  </a:cubicBezTo>
                  <a:cubicBezTo>
                    <a:pt x="111923" y="3502657"/>
                    <a:pt x="116629" y="3301997"/>
                    <a:pt x="102511" y="3101337"/>
                  </a:cubicBezTo>
                  <a:cubicBezTo>
                    <a:pt x="89570" y="2920997"/>
                    <a:pt x="77804" y="2741927"/>
                    <a:pt x="64863" y="2561587"/>
                  </a:cubicBezTo>
                  <a:cubicBezTo>
                    <a:pt x="56627" y="2446017"/>
                    <a:pt x="46039" y="2331717"/>
                    <a:pt x="38979" y="2216147"/>
                  </a:cubicBezTo>
                  <a:cubicBezTo>
                    <a:pt x="34273" y="2139947"/>
                    <a:pt x="35450" y="2062477"/>
                    <a:pt x="30744" y="1986277"/>
                  </a:cubicBezTo>
                  <a:cubicBezTo>
                    <a:pt x="28391" y="1943097"/>
                    <a:pt x="15449" y="1901187"/>
                    <a:pt x="14273" y="1858007"/>
                  </a:cubicBezTo>
                  <a:cubicBezTo>
                    <a:pt x="9567" y="1753867"/>
                    <a:pt x="8390" y="1648457"/>
                    <a:pt x="6037" y="1543047"/>
                  </a:cubicBezTo>
                  <a:cubicBezTo>
                    <a:pt x="4861" y="1502407"/>
                    <a:pt x="-1022" y="1461767"/>
                    <a:pt x="155" y="1421127"/>
                  </a:cubicBezTo>
                  <a:cubicBezTo>
                    <a:pt x="1331" y="1357627"/>
                    <a:pt x="8390" y="1294127"/>
                    <a:pt x="9567" y="1230627"/>
                  </a:cubicBezTo>
                  <a:cubicBezTo>
                    <a:pt x="10743" y="1156967"/>
                    <a:pt x="3684" y="1083307"/>
                    <a:pt x="6037" y="1010917"/>
                  </a:cubicBezTo>
                  <a:cubicBezTo>
                    <a:pt x="6037" y="941067"/>
                    <a:pt x="14273" y="872487"/>
                    <a:pt x="22508" y="802637"/>
                  </a:cubicBezTo>
                  <a:cubicBezTo>
                    <a:pt x="24861" y="778507"/>
                    <a:pt x="41333" y="756917"/>
                    <a:pt x="46039" y="732787"/>
                  </a:cubicBezTo>
                  <a:cubicBezTo>
                    <a:pt x="66039" y="613407"/>
                    <a:pt x="87217" y="494027"/>
                    <a:pt x="138983" y="383537"/>
                  </a:cubicBezTo>
                  <a:cubicBezTo>
                    <a:pt x="150748" y="359407"/>
                    <a:pt x="169573" y="337817"/>
                    <a:pt x="187220" y="318767"/>
                  </a:cubicBezTo>
                  <a:cubicBezTo>
                    <a:pt x="193103" y="312417"/>
                    <a:pt x="207221" y="316227"/>
                    <a:pt x="210751" y="316227"/>
                  </a:cubicBezTo>
                  <a:cubicBezTo>
                    <a:pt x="218986" y="299717"/>
                    <a:pt x="223692" y="283207"/>
                    <a:pt x="233104" y="275587"/>
                  </a:cubicBezTo>
                  <a:cubicBezTo>
                    <a:pt x="283694" y="233677"/>
                    <a:pt x="336638" y="203197"/>
                    <a:pt x="402522" y="195577"/>
                  </a:cubicBezTo>
                  <a:cubicBezTo>
                    <a:pt x="451936" y="189227"/>
                    <a:pt x="500173" y="166367"/>
                    <a:pt x="549587" y="153667"/>
                  </a:cubicBezTo>
                  <a:cubicBezTo>
                    <a:pt x="609589" y="138427"/>
                    <a:pt x="669591" y="120647"/>
                    <a:pt x="731946" y="111757"/>
                  </a:cubicBezTo>
                  <a:cubicBezTo>
                    <a:pt x="788419" y="104137"/>
                    <a:pt x="842539" y="87627"/>
                    <a:pt x="900188" y="82547"/>
                  </a:cubicBezTo>
                  <a:cubicBezTo>
                    <a:pt x="959014" y="77467"/>
                    <a:pt x="1017839" y="62227"/>
                    <a:pt x="1077842" y="57147"/>
                  </a:cubicBezTo>
                  <a:cubicBezTo>
                    <a:pt x="1240200" y="44447"/>
                    <a:pt x="1403736" y="35557"/>
                    <a:pt x="1566095" y="25397"/>
                  </a:cubicBezTo>
                  <a:cubicBezTo>
                    <a:pt x="1606097" y="22857"/>
                    <a:pt x="1646098" y="25397"/>
                    <a:pt x="1686099" y="26667"/>
                  </a:cubicBezTo>
                  <a:cubicBezTo>
                    <a:pt x="1706100" y="27937"/>
                    <a:pt x="1726101" y="33017"/>
                    <a:pt x="1747278" y="35557"/>
                  </a:cubicBezTo>
                  <a:cubicBezTo>
                    <a:pt x="1756690" y="36827"/>
                    <a:pt x="1766102" y="33017"/>
                    <a:pt x="1775515" y="33017"/>
                  </a:cubicBezTo>
                  <a:cubicBezTo>
                    <a:pt x="1803751" y="33017"/>
                    <a:pt x="1833164" y="33017"/>
                    <a:pt x="1861400" y="31747"/>
                  </a:cubicBezTo>
                  <a:cubicBezTo>
                    <a:pt x="1915520" y="29207"/>
                    <a:pt x="1970816" y="22857"/>
                    <a:pt x="2024936" y="22857"/>
                  </a:cubicBezTo>
                  <a:cubicBezTo>
                    <a:pt x="2077879" y="22857"/>
                    <a:pt x="2130822" y="26667"/>
                    <a:pt x="2183765" y="29207"/>
                  </a:cubicBezTo>
                  <a:lnTo>
                    <a:pt x="2226120" y="29207"/>
                  </a:lnTo>
                  <a:cubicBezTo>
                    <a:pt x="2290828" y="26667"/>
                    <a:pt x="2354359" y="26667"/>
                    <a:pt x="2419068" y="22857"/>
                  </a:cubicBezTo>
                  <a:cubicBezTo>
                    <a:pt x="2481423" y="19047"/>
                    <a:pt x="2542602" y="10157"/>
                    <a:pt x="2604957" y="6347"/>
                  </a:cubicBezTo>
                  <a:cubicBezTo>
                    <a:pt x="2634370" y="3807"/>
                    <a:pt x="2664959" y="3807"/>
                    <a:pt x="2694372" y="10157"/>
                  </a:cubicBezTo>
                  <a:cubicBezTo>
                    <a:pt x="2739080" y="19047"/>
                    <a:pt x="2781434" y="24127"/>
                    <a:pt x="2826142" y="10157"/>
                  </a:cubicBezTo>
                  <a:cubicBezTo>
                    <a:pt x="2842613" y="5077"/>
                    <a:pt x="2863790" y="13967"/>
                    <a:pt x="2882614" y="16507"/>
                  </a:cubicBezTo>
                  <a:cubicBezTo>
                    <a:pt x="2890850" y="17777"/>
                    <a:pt x="2900262" y="20317"/>
                    <a:pt x="2904968" y="16507"/>
                  </a:cubicBezTo>
                  <a:cubicBezTo>
                    <a:pt x="2936734" y="-8893"/>
                    <a:pt x="2966147" y="-2543"/>
                    <a:pt x="2996736" y="19047"/>
                  </a:cubicBezTo>
                  <a:cubicBezTo>
                    <a:pt x="3000266" y="21587"/>
                    <a:pt x="3009678" y="15237"/>
                    <a:pt x="3016737" y="15237"/>
                  </a:cubicBezTo>
                  <a:cubicBezTo>
                    <a:pt x="3044973" y="15237"/>
                    <a:pt x="3073210" y="15237"/>
                    <a:pt x="3102622" y="16507"/>
                  </a:cubicBezTo>
                  <a:cubicBezTo>
                    <a:pt x="3123800" y="17777"/>
                    <a:pt x="3143800" y="25397"/>
                    <a:pt x="3164978" y="27937"/>
                  </a:cubicBezTo>
                  <a:cubicBezTo>
                    <a:pt x="3210862" y="34287"/>
                    <a:pt x="3257922" y="44447"/>
                    <a:pt x="3304983" y="44447"/>
                  </a:cubicBezTo>
                  <a:cubicBezTo>
                    <a:pt x="3393222" y="45717"/>
                    <a:pt x="3481460" y="49527"/>
                    <a:pt x="3568522" y="69847"/>
                  </a:cubicBezTo>
                  <a:cubicBezTo>
                    <a:pt x="3649702" y="88897"/>
                    <a:pt x="3733234" y="88897"/>
                    <a:pt x="3815590" y="104137"/>
                  </a:cubicBezTo>
                  <a:cubicBezTo>
                    <a:pt x="3865004" y="113027"/>
                    <a:pt x="3915594" y="129537"/>
                    <a:pt x="3957948" y="156207"/>
                  </a:cubicBezTo>
                  <a:cubicBezTo>
                    <a:pt x="4003832" y="184147"/>
                    <a:pt x="4039128" y="229867"/>
                    <a:pt x="4080306" y="267967"/>
                  </a:cubicBezTo>
                  <a:cubicBezTo>
                    <a:pt x="4095601" y="281937"/>
                    <a:pt x="4117954" y="292097"/>
                    <a:pt x="4128543" y="309877"/>
                  </a:cubicBezTo>
                  <a:cubicBezTo>
                    <a:pt x="4159133" y="358137"/>
                    <a:pt x="4186192" y="408937"/>
                    <a:pt x="4213252" y="459737"/>
                  </a:cubicBezTo>
                  <a:cubicBezTo>
                    <a:pt x="4233252" y="496567"/>
                    <a:pt x="4253254" y="534667"/>
                    <a:pt x="4268548" y="572767"/>
                  </a:cubicBezTo>
                  <a:cubicBezTo>
                    <a:pt x="4285019" y="617217"/>
                    <a:pt x="4297961" y="662937"/>
                    <a:pt x="4310903" y="709927"/>
                  </a:cubicBezTo>
                  <a:cubicBezTo>
                    <a:pt x="4330904" y="783587"/>
                    <a:pt x="4354434" y="857247"/>
                    <a:pt x="4367375" y="933447"/>
                  </a:cubicBezTo>
                  <a:cubicBezTo>
                    <a:pt x="4386199" y="1040127"/>
                    <a:pt x="4395612" y="1149347"/>
                    <a:pt x="4409730" y="1257297"/>
                  </a:cubicBezTo>
                  <a:cubicBezTo>
                    <a:pt x="4414436" y="1292857"/>
                    <a:pt x="4420318" y="1328417"/>
                    <a:pt x="4422672" y="1363977"/>
                  </a:cubicBezTo>
                  <a:cubicBezTo>
                    <a:pt x="4429731" y="1465577"/>
                    <a:pt x="4434437" y="1565907"/>
                    <a:pt x="4440319" y="1667507"/>
                  </a:cubicBezTo>
                  <a:cubicBezTo>
                    <a:pt x="4448555" y="1793237"/>
                    <a:pt x="4460320" y="1917697"/>
                    <a:pt x="4466203" y="2043427"/>
                  </a:cubicBezTo>
                  <a:cubicBezTo>
                    <a:pt x="4472085" y="2164077"/>
                    <a:pt x="4477165" y="2285997"/>
                    <a:pt x="4474625" y="2407917"/>
                  </a:cubicBezTo>
                  <a:cubicBezTo>
                    <a:pt x="4470909" y="2611117"/>
                    <a:pt x="4461496" y="2813047"/>
                    <a:pt x="4452084" y="3016247"/>
                  </a:cubicBezTo>
                  <a:cubicBezTo>
                    <a:pt x="4446202" y="3141977"/>
                    <a:pt x="4437966" y="3266437"/>
                    <a:pt x="4426201" y="3390897"/>
                  </a:cubicBezTo>
                  <a:cubicBezTo>
                    <a:pt x="4414436" y="3515357"/>
                    <a:pt x="4396788" y="3638547"/>
                    <a:pt x="4383847" y="3763007"/>
                  </a:cubicBezTo>
                  <a:cubicBezTo>
                    <a:pt x="4374434" y="3849367"/>
                    <a:pt x="4372082" y="3935727"/>
                    <a:pt x="4361493" y="4020817"/>
                  </a:cubicBezTo>
                  <a:cubicBezTo>
                    <a:pt x="4352081" y="4098287"/>
                    <a:pt x="4316785" y="4166867"/>
                    <a:pt x="4269725" y="4224017"/>
                  </a:cubicBezTo>
                  <a:cubicBezTo>
                    <a:pt x="4230900" y="4272277"/>
                    <a:pt x="4200310" y="4326887"/>
                    <a:pt x="4160309" y="4373877"/>
                  </a:cubicBezTo>
                  <a:cubicBezTo>
                    <a:pt x="4125014" y="4415787"/>
                    <a:pt x="4086188" y="4457697"/>
                    <a:pt x="4025010" y="4458967"/>
                  </a:cubicBezTo>
                  <a:cubicBezTo>
                    <a:pt x="4010892" y="4458967"/>
                    <a:pt x="3997950" y="4474207"/>
                    <a:pt x="3983832" y="4481827"/>
                  </a:cubicBezTo>
                  <a:cubicBezTo>
                    <a:pt x="3923830" y="4509767"/>
                    <a:pt x="3861474" y="4533897"/>
                    <a:pt x="3802649" y="4564377"/>
                  </a:cubicBezTo>
                  <a:cubicBezTo>
                    <a:pt x="3694409" y="4620257"/>
                    <a:pt x="3577934" y="4629147"/>
                    <a:pt x="3461459" y="4634227"/>
                  </a:cubicBezTo>
                  <a:cubicBezTo>
                    <a:pt x="3416752" y="4636767"/>
                    <a:pt x="3370868" y="4632957"/>
                    <a:pt x="3326160" y="4636767"/>
                  </a:cubicBezTo>
                  <a:cubicBezTo>
                    <a:pt x="3303807" y="4638037"/>
                    <a:pt x="3282629" y="4649467"/>
                    <a:pt x="3261452" y="4654547"/>
                  </a:cubicBezTo>
                  <a:cubicBezTo>
                    <a:pt x="3252040" y="4657087"/>
                    <a:pt x="3242628" y="4655817"/>
                    <a:pt x="3232039" y="4657087"/>
                  </a:cubicBezTo>
                  <a:cubicBezTo>
                    <a:pt x="3217921" y="4658357"/>
                    <a:pt x="3203803" y="4662167"/>
                    <a:pt x="3189685" y="4660897"/>
                  </a:cubicBezTo>
                  <a:cubicBezTo>
                    <a:pt x="3175566" y="4658357"/>
                    <a:pt x="3166154" y="4653277"/>
                    <a:pt x="3163801" y="4653277"/>
                  </a:cubicBezTo>
                  <a:close/>
                </a:path>
              </a:pathLst>
            </a:custGeom>
            <a:blipFill>
              <a:blip r:embed="rId10"/>
              <a:stretch>
                <a:fillRect l="-29130" t="-26" r="-29133" b="-27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622625" y="712152"/>
            <a:ext cx="1467754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6000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CARGOWISE SUCCESS STORIES (3/5)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1344" y="2063885"/>
            <a:ext cx="9882065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4"/>
              </a:lnSpc>
              <a:spcBef>
                <a:spcPct val="0"/>
              </a:spcBef>
            </a:pPr>
            <a:r>
              <a:rPr lang="en-US" b="true" sz="2499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WORKFLOW AUTOMATION &amp; DOCUMENT CUSTOMIZATION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9444" y="2524914"/>
            <a:ext cx="540072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Standardized operations and automation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69444" y="6947708"/>
            <a:ext cx="887170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b="true" sz="2200">
                <a:solidFill>
                  <a:srgbClr val="1D1A1B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Tech Stack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: </a:t>
            </a: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CW1 Workflow Engine, XML Templates, SQL, CW1 Reports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3212" y="9947191"/>
            <a:ext cx="3316080" cy="537986"/>
            <a:chOff x="0" y="0"/>
            <a:chExt cx="873371" cy="141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3371" cy="141692"/>
            </a:xfrm>
            <a:custGeom>
              <a:avLst/>
              <a:gdLst/>
              <a:ahLst/>
              <a:cxnLst/>
              <a:rect r="r" b="b" t="t" l="l"/>
              <a:pathLst>
                <a:path h="141692" w="873371">
                  <a:moveTo>
                    <a:pt x="70846" y="0"/>
                  </a:moveTo>
                  <a:lnTo>
                    <a:pt x="802525" y="0"/>
                  </a:lnTo>
                  <a:cubicBezTo>
                    <a:pt x="841652" y="0"/>
                    <a:pt x="873371" y="31719"/>
                    <a:pt x="873371" y="70846"/>
                  </a:cubicBezTo>
                  <a:lnTo>
                    <a:pt x="873371" y="70846"/>
                  </a:lnTo>
                  <a:cubicBezTo>
                    <a:pt x="873371" y="89635"/>
                    <a:pt x="865907" y="107655"/>
                    <a:pt x="852621" y="120942"/>
                  </a:cubicBezTo>
                  <a:cubicBezTo>
                    <a:pt x="839334" y="134228"/>
                    <a:pt x="821314" y="141692"/>
                    <a:pt x="802525" y="141692"/>
                  </a:cubicBezTo>
                  <a:lnTo>
                    <a:pt x="70846" y="141692"/>
                  </a:lnTo>
                  <a:cubicBezTo>
                    <a:pt x="52056" y="141692"/>
                    <a:pt x="34036" y="134228"/>
                    <a:pt x="20750" y="120942"/>
                  </a:cubicBezTo>
                  <a:cubicBezTo>
                    <a:pt x="7464" y="107655"/>
                    <a:pt x="0" y="89635"/>
                    <a:pt x="0" y="70846"/>
                  </a:cubicBezTo>
                  <a:lnTo>
                    <a:pt x="0" y="70846"/>
                  </a:lnTo>
                  <a:cubicBezTo>
                    <a:pt x="0" y="52056"/>
                    <a:pt x="7464" y="34036"/>
                    <a:pt x="20750" y="20750"/>
                  </a:cubicBezTo>
                  <a:cubicBezTo>
                    <a:pt x="34036" y="7464"/>
                    <a:pt x="52056" y="0"/>
                    <a:pt x="70846" y="0"/>
                  </a:cubicBezTo>
                  <a:close/>
                </a:path>
              </a:pathLst>
            </a:custGeom>
            <a:solidFill>
              <a:srgbClr val="1657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73371" cy="189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77366" y="8460193"/>
            <a:ext cx="5210521" cy="4477792"/>
            <a:chOff x="0" y="0"/>
            <a:chExt cx="6947361" cy="597038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947361" cy="5970389"/>
              <a:chOff x="0" y="0"/>
              <a:chExt cx="812800" cy="698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13627" y="0"/>
                <a:ext cx="785546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85546">
                    <a:moveTo>
                      <a:pt x="773768" y="392915"/>
                    </a:moveTo>
                    <a:lnTo>
                      <a:pt x="621378" y="654835"/>
                    </a:lnTo>
                    <a:cubicBezTo>
                      <a:pt x="605649" y="681869"/>
                      <a:pt x="576732" y="698500"/>
                      <a:pt x="545455" y="698500"/>
                    </a:cubicBezTo>
                    <a:lnTo>
                      <a:pt x="240091" y="698500"/>
                    </a:lnTo>
                    <a:cubicBezTo>
                      <a:pt x="208814" y="698500"/>
                      <a:pt x="179897" y="681869"/>
                      <a:pt x="164168" y="654835"/>
                    </a:cubicBezTo>
                    <a:lnTo>
                      <a:pt x="11778" y="392915"/>
                    </a:lnTo>
                    <a:cubicBezTo>
                      <a:pt x="-3926" y="365923"/>
                      <a:pt x="-3926" y="332577"/>
                      <a:pt x="11778" y="305585"/>
                    </a:cubicBezTo>
                    <a:lnTo>
                      <a:pt x="164168" y="43665"/>
                    </a:lnTo>
                    <a:cubicBezTo>
                      <a:pt x="179897" y="16631"/>
                      <a:pt x="208814" y="0"/>
                      <a:pt x="240091" y="0"/>
                    </a:cubicBezTo>
                    <a:lnTo>
                      <a:pt x="545455" y="0"/>
                    </a:lnTo>
                    <a:cubicBezTo>
                      <a:pt x="576732" y="0"/>
                      <a:pt x="605649" y="16631"/>
                      <a:pt x="621378" y="43665"/>
                    </a:cubicBezTo>
                    <a:lnTo>
                      <a:pt x="773768" y="305585"/>
                    </a:lnTo>
                    <a:cubicBezTo>
                      <a:pt x="789472" y="332577"/>
                      <a:pt x="789472" y="365923"/>
                      <a:pt x="773768" y="392915"/>
                    </a:cubicBezTo>
                    <a:close/>
                  </a:path>
                </a:pathLst>
              </a:custGeom>
              <a:solidFill>
                <a:srgbClr val="243B5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615568" y="737508"/>
              <a:ext cx="4396286" cy="3778058"/>
              <a:chOff x="0" y="0"/>
              <a:chExt cx="812800" cy="6985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5700" y="0"/>
                <a:ext cx="8014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01400">
                    <a:moveTo>
                      <a:pt x="796473" y="367516"/>
                    </a:moveTo>
                    <a:lnTo>
                      <a:pt x="614527" y="680234"/>
                    </a:lnTo>
                    <a:cubicBezTo>
                      <a:pt x="607948" y="691543"/>
                      <a:pt x="595851" y="698500"/>
                      <a:pt x="582768" y="698500"/>
                    </a:cubicBezTo>
                    <a:lnTo>
                      <a:pt x="218632" y="698500"/>
                    </a:lnTo>
                    <a:cubicBezTo>
                      <a:pt x="205549" y="698500"/>
                      <a:pt x="193452" y="691543"/>
                      <a:pt x="186873" y="680234"/>
                    </a:cubicBezTo>
                    <a:lnTo>
                      <a:pt x="4927" y="367516"/>
                    </a:lnTo>
                    <a:cubicBezTo>
                      <a:pt x="-1642" y="356225"/>
                      <a:pt x="-1642" y="342275"/>
                      <a:pt x="4927" y="330984"/>
                    </a:cubicBezTo>
                    <a:lnTo>
                      <a:pt x="186873" y="18266"/>
                    </a:lnTo>
                    <a:cubicBezTo>
                      <a:pt x="193452" y="6957"/>
                      <a:pt x="205549" y="0"/>
                      <a:pt x="218632" y="0"/>
                    </a:cubicBezTo>
                    <a:lnTo>
                      <a:pt x="582768" y="0"/>
                    </a:lnTo>
                    <a:cubicBezTo>
                      <a:pt x="595851" y="0"/>
                      <a:pt x="607948" y="6957"/>
                      <a:pt x="614527" y="18266"/>
                    </a:cubicBezTo>
                    <a:lnTo>
                      <a:pt x="796473" y="330984"/>
                    </a:lnTo>
                    <a:cubicBezTo>
                      <a:pt x="803042" y="342275"/>
                      <a:pt x="803042" y="356225"/>
                      <a:pt x="796473" y="36751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1767061" y="-591955"/>
            <a:ext cx="3389686" cy="2665365"/>
            <a:chOff x="0" y="0"/>
            <a:chExt cx="696717" cy="54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320" y="0"/>
              <a:ext cx="674077" cy="547840"/>
            </a:xfrm>
            <a:custGeom>
              <a:avLst/>
              <a:gdLst/>
              <a:ahLst/>
              <a:cxnLst/>
              <a:rect r="r" b="b" t="t" l="l"/>
              <a:pathLst>
                <a:path h="547840" w="674077">
                  <a:moveTo>
                    <a:pt x="664985" y="301435"/>
                  </a:moveTo>
                  <a:lnTo>
                    <a:pt x="502608" y="520325"/>
                  </a:lnTo>
                  <a:cubicBezTo>
                    <a:pt x="489768" y="537634"/>
                    <a:pt x="469489" y="547840"/>
                    <a:pt x="447937" y="547840"/>
                  </a:cubicBezTo>
                  <a:lnTo>
                    <a:pt x="226139" y="547840"/>
                  </a:lnTo>
                  <a:cubicBezTo>
                    <a:pt x="204588" y="547840"/>
                    <a:pt x="184309" y="537634"/>
                    <a:pt x="171469" y="520325"/>
                  </a:cubicBezTo>
                  <a:lnTo>
                    <a:pt x="9091" y="301435"/>
                  </a:lnTo>
                  <a:cubicBezTo>
                    <a:pt x="-3031" y="285094"/>
                    <a:pt x="-3031" y="262745"/>
                    <a:pt x="9091" y="246405"/>
                  </a:cubicBezTo>
                  <a:lnTo>
                    <a:pt x="171469" y="27515"/>
                  </a:lnTo>
                  <a:cubicBezTo>
                    <a:pt x="184309" y="10206"/>
                    <a:pt x="204588" y="0"/>
                    <a:pt x="226139" y="0"/>
                  </a:cubicBezTo>
                  <a:lnTo>
                    <a:pt x="447937" y="0"/>
                  </a:lnTo>
                  <a:cubicBezTo>
                    <a:pt x="469489" y="0"/>
                    <a:pt x="489768" y="10206"/>
                    <a:pt x="502608" y="27515"/>
                  </a:cubicBezTo>
                  <a:lnTo>
                    <a:pt x="664985" y="246405"/>
                  </a:lnTo>
                  <a:cubicBezTo>
                    <a:pt x="677107" y="262745"/>
                    <a:pt x="677107" y="285094"/>
                    <a:pt x="664985" y="301435"/>
                  </a:cubicBezTo>
                  <a:close/>
                </a:path>
              </a:pathLst>
            </a:custGeom>
            <a:solidFill>
              <a:srgbClr val="243B55">
                <a:alpha val="4706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47625"/>
              <a:ext cx="468117" cy="59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32205" y="3325860"/>
            <a:ext cx="2311589" cy="1817640"/>
            <a:chOff x="0" y="0"/>
            <a:chExt cx="696717" cy="547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960" y="0"/>
              <a:ext cx="676798" cy="547840"/>
            </a:xfrm>
            <a:custGeom>
              <a:avLst/>
              <a:gdLst/>
              <a:ahLst/>
              <a:cxnLst/>
              <a:rect r="r" b="b" t="t" l="l"/>
              <a:pathLst>
                <a:path h="547840" w="676798">
                  <a:moveTo>
                    <a:pt x="668798" y="298129"/>
                  </a:moveTo>
                  <a:lnTo>
                    <a:pt x="501515" y="523631"/>
                  </a:lnTo>
                  <a:cubicBezTo>
                    <a:pt x="490218" y="538860"/>
                    <a:pt x="472376" y="547840"/>
                    <a:pt x="453414" y="547840"/>
                  </a:cubicBezTo>
                  <a:lnTo>
                    <a:pt x="223383" y="547840"/>
                  </a:lnTo>
                  <a:cubicBezTo>
                    <a:pt x="204421" y="547840"/>
                    <a:pt x="186579" y="538860"/>
                    <a:pt x="175281" y="523631"/>
                  </a:cubicBezTo>
                  <a:lnTo>
                    <a:pt x="7999" y="298129"/>
                  </a:lnTo>
                  <a:cubicBezTo>
                    <a:pt x="-2667" y="283751"/>
                    <a:pt x="-2667" y="264088"/>
                    <a:pt x="7999" y="249711"/>
                  </a:cubicBezTo>
                  <a:lnTo>
                    <a:pt x="175281" y="24209"/>
                  </a:lnTo>
                  <a:cubicBezTo>
                    <a:pt x="186579" y="8980"/>
                    <a:pt x="204421" y="0"/>
                    <a:pt x="223383" y="0"/>
                  </a:cubicBezTo>
                  <a:lnTo>
                    <a:pt x="453414" y="0"/>
                  </a:lnTo>
                  <a:cubicBezTo>
                    <a:pt x="472376" y="0"/>
                    <a:pt x="490218" y="8980"/>
                    <a:pt x="501515" y="24209"/>
                  </a:cubicBezTo>
                  <a:lnTo>
                    <a:pt x="668798" y="249711"/>
                  </a:lnTo>
                  <a:cubicBezTo>
                    <a:pt x="679463" y="264088"/>
                    <a:pt x="679463" y="283751"/>
                    <a:pt x="668798" y="298129"/>
                  </a:cubicBezTo>
                  <a:close/>
                </a:path>
              </a:pathLst>
            </a:custGeom>
            <a:solidFill>
              <a:srgbClr val="243B55">
                <a:alpha val="4706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47625"/>
              <a:ext cx="468117" cy="59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339304" y="9992895"/>
            <a:ext cx="961113" cy="651154"/>
          </a:xfrm>
          <a:custGeom>
            <a:avLst/>
            <a:gdLst/>
            <a:ahLst/>
            <a:cxnLst/>
            <a:rect r="r" b="b" t="t" l="l"/>
            <a:pathLst>
              <a:path h="651154" w="961113">
                <a:moveTo>
                  <a:pt x="0" y="0"/>
                </a:moveTo>
                <a:lnTo>
                  <a:pt x="961113" y="0"/>
                </a:lnTo>
                <a:lnTo>
                  <a:pt x="961113" y="651155"/>
                </a:lnTo>
                <a:lnTo>
                  <a:pt x="0" y="651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0800000">
            <a:off x="-308460" y="-758506"/>
            <a:ext cx="2164275" cy="1111896"/>
          </a:xfrm>
          <a:custGeom>
            <a:avLst/>
            <a:gdLst/>
            <a:ahLst/>
            <a:cxnLst/>
            <a:rect r="r" b="b" t="t" l="l"/>
            <a:pathLst>
              <a:path h="1111896" w="2164275">
                <a:moveTo>
                  <a:pt x="0" y="0"/>
                </a:moveTo>
                <a:lnTo>
                  <a:pt x="2164275" y="0"/>
                </a:lnTo>
                <a:lnTo>
                  <a:pt x="2164275" y="1111897"/>
                </a:lnTo>
                <a:lnTo>
                  <a:pt x="0" y="1111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43734" y="-92534"/>
            <a:ext cx="5809337" cy="537986"/>
          </a:xfrm>
          <a:custGeom>
            <a:avLst/>
            <a:gdLst/>
            <a:ahLst/>
            <a:cxnLst/>
            <a:rect r="r" b="b" t="t" l="l"/>
            <a:pathLst>
              <a:path h="537986" w="5809337">
                <a:moveTo>
                  <a:pt x="0" y="0"/>
                </a:moveTo>
                <a:lnTo>
                  <a:pt x="5809337" y="0"/>
                </a:lnTo>
                <a:lnTo>
                  <a:pt x="5809337" y="537986"/>
                </a:lnTo>
                <a:lnTo>
                  <a:pt x="0" y="537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34569" r="0" b="-361689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36119" y="3112540"/>
            <a:ext cx="8689187" cy="3068320"/>
            <a:chOff x="0" y="0"/>
            <a:chExt cx="11585583" cy="40910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57150"/>
              <a:ext cx="11585583" cy="4148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Client Type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: Freight Forwarder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Region: 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Netherland 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Requirement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: Unified shipment and financial visibility across two platforms.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Solution Delivered: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Bi-directional API integration between CW1 and Uniforce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Automated shipment, event, and charge synchronization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         Complete UAT, documentation and post go live support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188013" y="2697278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8"/>
                  </a:lnTo>
                  <a:lnTo>
                    <a:pt x="0" y="272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8013" y="3190267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8"/>
                  </a:lnTo>
                  <a:lnTo>
                    <a:pt x="0" y="272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88013" y="3742245"/>
              <a:ext cx="371581" cy="272648"/>
            </a:xfrm>
            <a:custGeom>
              <a:avLst/>
              <a:gdLst/>
              <a:ahLst/>
              <a:cxnLst/>
              <a:rect r="r" b="b" t="t" l="l"/>
              <a:pathLst>
                <a:path h="272648" w="371581">
                  <a:moveTo>
                    <a:pt x="0" y="0"/>
                  </a:moveTo>
                  <a:lnTo>
                    <a:pt x="371581" y="0"/>
                  </a:lnTo>
                  <a:lnTo>
                    <a:pt x="371581" y="272648"/>
                  </a:lnTo>
                  <a:lnTo>
                    <a:pt x="0" y="272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193212" y="7495070"/>
            <a:ext cx="7627956" cy="1611027"/>
            <a:chOff x="0" y="0"/>
            <a:chExt cx="10170608" cy="214803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170608" cy="2148036"/>
              <a:chOff x="0" y="0"/>
              <a:chExt cx="1569538" cy="33148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569538" cy="331487"/>
              </a:xfrm>
              <a:custGeom>
                <a:avLst/>
                <a:gdLst/>
                <a:ahLst/>
                <a:cxnLst/>
                <a:rect r="r" b="b" t="t" l="l"/>
                <a:pathLst>
                  <a:path h="331487" w="1569538">
                    <a:moveTo>
                      <a:pt x="19823" y="0"/>
                    </a:moveTo>
                    <a:lnTo>
                      <a:pt x="1549715" y="0"/>
                    </a:lnTo>
                    <a:cubicBezTo>
                      <a:pt x="1560663" y="0"/>
                      <a:pt x="1569538" y="8875"/>
                      <a:pt x="1569538" y="19823"/>
                    </a:cubicBezTo>
                    <a:lnTo>
                      <a:pt x="1569538" y="311664"/>
                    </a:lnTo>
                    <a:cubicBezTo>
                      <a:pt x="1569538" y="322612"/>
                      <a:pt x="1560663" y="331487"/>
                      <a:pt x="1549715" y="331487"/>
                    </a:cubicBezTo>
                    <a:lnTo>
                      <a:pt x="19823" y="331487"/>
                    </a:lnTo>
                    <a:cubicBezTo>
                      <a:pt x="14566" y="331487"/>
                      <a:pt x="9524" y="329399"/>
                      <a:pt x="5806" y="325681"/>
                    </a:cubicBezTo>
                    <a:cubicBezTo>
                      <a:pt x="2088" y="321964"/>
                      <a:pt x="0" y="316921"/>
                      <a:pt x="0" y="311664"/>
                    </a:cubicBezTo>
                    <a:lnTo>
                      <a:pt x="0" y="19823"/>
                    </a:lnTo>
                    <a:cubicBezTo>
                      <a:pt x="0" y="8875"/>
                      <a:pt x="8875" y="0"/>
                      <a:pt x="19823" y="0"/>
                    </a:cubicBezTo>
                    <a:close/>
                  </a:path>
                </a:pathLst>
              </a:custGeom>
              <a:solidFill>
                <a:srgbClr val="CDE0D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569538" cy="3791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08890" y="227506"/>
              <a:ext cx="9637624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80"/>
                </a:lnSpc>
              </a:pPr>
              <a:r>
                <a:rPr lang="en-US" sz="2200" b="true">
                  <a:solidFill>
                    <a:srgbClr val="1D1A1B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Outcome: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Cent</a:t>
              </a:r>
              <a:r>
                <a:rPr lang="en-US" sz="2200">
                  <a:solidFill>
                    <a:srgbClr val="1D1A1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ralized visibility across both systems Accurate, Removed double entry and reduced operational delays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12628" y="2522736"/>
            <a:ext cx="7489600" cy="7316248"/>
            <a:chOff x="0" y="0"/>
            <a:chExt cx="4828540" cy="47167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103" y="1273"/>
              <a:ext cx="4830645" cy="4716345"/>
            </a:xfrm>
            <a:custGeom>
              <a:avLst/>
              <a:gdLst/>
              <a:ahLst/>
              <a:cxnLst/>
              <a:rect r="r" b="b" t="t" l="l"/>
              <a:pathLst>
                <a:path h="4716345" w="4830645">
                  <a:moveTo>
                    <a:pt x="3415197" y="4653277"/>
                  </a:moveTo>
                  <a:cubicBezTo>
                    <a:pt x="3387257" y="4660897"/>
                    <a:pt x="3365667" y="4671057"/>
                    <a:pt x="3344077" y="4673597"/>
                  </a:cubicBezTo>
                  <a:cubicBezTo>
                    <a:pt x="3222157" y="4683757"/>
                    <a:pt x="3101507" y="4693917"/>
                    <a:pt x="2979587" y="4702807"/>
                  </a:cubicBezTo>
                  <a:cubicBezTo>
                    <a:pt x="2917357" y="4706617"/>
                    <a:pt x="2855127" y="4710427"/>
                    <a:pt x="2792897" y="4711697"/>
                  </a:cubicBezTo>
                  <a:cubicBezTo>
                    <a:pt x="2725587" y="4714237"/>
                    <a:pt x="2658277" y="4718047"/>
                    <a:pt x="2592237" y="4715507"/>
                  </a:cubicBezTo>
                  <a:cubicBezTo>
                    <a:pt x="2528737" y="4714237"/>
                    <a:pt x="2465237" y="4710427"/>
                    <a:pt x="2404277" y="4698997"/>
                  </a:cubicBezTo>
                  <a:cubicBezTo>
                    <a:pt x="2325537" y="4685027"/>
                    <a:pt x="2245527" y="4685027"/>
                    <a:pt x="2168057" y="4672327"/>
                  </a:cubicBezTo>
                  <a:cubicBezTo>
                    <a:pt x="1966127" y="4639307"/>
                    <a:pt x="1760387" y="4648197"/>
                    <a:pt x="1557187" y="4634227"/>
                  </a:cubicBezTo>
                  <a:cubicBezTo>
                    <a:pt x="1442887" y="4626607"/>
                    <a:pt x="1328587" y="4608827"/>
                    <a:pt x="1214287" y="4593587"/>
                  </a:cubicBezTo>
                  <a:cubicBezTo>
                    <a:pt x="1084747" y="4577077"/>
                    <a:pt x="955207" y="4558027"/>
                    <a:pt x="824397" y="4540247"/>
                  </a:cubicBezTo>
                  <a:cubicBezTo>
                    <a:pt x="729147" y="4527547"/>
                    <a:pt x="632627" y="4514847"/>
                    <a:pt x="537377" y="4502147"/>
                  </a:cubicBezTo>
                  <a:cubicBezTo>
                    <a:pt x="534837" y="4502147"/>
                    <a:pt x="532297" y="4500877"/>
                    <a:pt x="529757" y="4500877"/>
                  </a:cubicBezTo>
                  <a:cubicBezTo>
                    <a:pt x="449747" y="4466587"/>
                    <a:pt x="364657" y="4439917"/>
                    <a:pt x="290997" y="4395467"/>
                  </a:cubicBezTo>
                  <a:cubicBezTo>
                    <a:pt x="166537" y="4319267"/>
                    <a:pt x="113197" y="4197347"/>
                    <a:pt x="108117" y="4053837"/>
                  </a:cubicBezTo>
                  <a:cubicBezTo>
                    <a:pt x="106847" y="4004307"/>
                    <a:pt x="100497" y="3956047"/>
                    <a:pt x="100497" y="3906517"/>
                  </a:cubicBezTo>
                  <a:cubicBezTo>
                    <a:pt x="101767" y="3837937"/>
                    <a:pt x="106847" y="3770627"/>
                    <a:pt x="110657" y="3703317"/>
                  </a:cubicBezTo>
                  <a:cubicBezTo>
                    <a:pt x="120817" y="3502657"/>
                    <a:pt x="125897" y="3301997"/>
                    <a:pt x="110657" y="3101337"/>
                  </a:cubicBezTo>
                  <a:cubicBezTo>
                    <a:pt x="96687" y="2920997"/>
                    <a:pt x="83987" y="2741927"/>
                    <a:pt x="70017" y="2561587"/>
                  </a:cubicBezTo>
                  <a:cubicBezTo>
                    <a:pt x="61127" y="2446017"/>
                    <a:pt x="49697" y="2331717"/>
                    <a:pt x="42077" y="2216147"/>
                  </a:cubicBezTo>
                  <a:cubicBezTo>
                    <a:pt x="36997" y="2139947"/>
                    <a:pt x="38267" y="2062477"/>
                    <a:pt x="33187" y="1986277"/>
                  </a:cubicBezTo>
                  <a:cubicBezTo>
                    <a:pt x="30647" y="1943097"/>
                    <a:pt x="16677" y="1901187"/>
                    <a:pt x="15407" y="1858007"/>
                  </a:cubicBezTo>
                  <a:cubicBezTo>
                    <a:pt x="10327" y="1753867"/>
                    <a:pt x="9057" y="1648457"/>
                    <a:pt x="6517" y="1543047"/>
                  </a:cubicBezTo>
                  <a:cubicBezTo>
                    <a:pt x="5247" y="1502407"/>
                    <a:pt x="-1103" y="1461767"/>
                    <a:pt x="167" y="1421127"/>
                  </a:cubicBezTo>
                  <a:cubicBezTo>
                    <a:pt x="1437" y="1357627"/>
                    <a:pt x="9057" y="1294127"/>
                    <a:pt x="10327" y="1230627"/>
                  </a:cubicBezTo>
                  <a:cubicBezTo>
                    <a:pt x="11597" y="1156967"/>
                    <a:pt x="3977" y="1083307"/>
                    <a:pt x="6517" y="1010917"/>
                  </a:cubicBezTo>
                  <a:cubicBezTo>
                    <a:pt x="6517" y="941067"/>
                    <a:pt x="15407" y="872487"/>
                    <a:pt x="24297" y="802637"/>
                  </a:cubicBezTo>
                  <a:cubicBezTo>
                    <a:pt x="26837" y="778507"/>
                    <a:pt x="44617" y="756917"/>
                    <a:pt x="49697" y="732787"/>
                  </a:cubicBezTo>
                  <a:cubicBezTo>
                    <a:pt x="71287" y="613407"/>
                    <a:pt x="94147" y="494027"/>
                    <a:pt x="150027" y="383537"/>
                  </a:cubicBezTo>
                  <a:cubicBezTo>
                    <a:pt x="162727" y="359407"/>
                    <a:pt x="183047" y="337817"/>
                    <a:pt x="202097" y="318767"/>
                  </a:cubicBezTo>
                  <a:cubicBezTo>
                    <a:pt x="208447" y="312417"/>
                    <a:pt x="223687" y="316227"/>
                    <a:pt x="227497" y="316227"/>
                  </a:cubicBezTo>
                  <a:cubicBezTo>
                    <a:pt x="236387" y="299717"/>
                    <a:pt x="241467" y="283207"/>
                    <a:pt x="251627" y="275587"/>
                  </a:cubicBezTo>
                  <a:cubicBezTo>
                    <a:pt x="306237" y="233677"/>
                    <a:pt x="363387" y="203197"/>
                    <a:pt x="434507" y="195577"/>
                  </a:cubicBezTo>
                  <a:cubicBezTo>
                    <a:pt x="487847" y="189227"/>
                    <a:pt x="539917" y="166367"/>
                    <a:pt x="593257" y="153667"/>
                  </a:cubicBezTo>
                  <a:cubicBezTo>
                    <a:pt x="658027" y="138427"/>
                    <a:pt x="722797" y="120647"/>
                    <a:pt x="790107" y="111757"/>
                  </a:cubicBezTo>
                  <a:cubicBezTo>
                    <a:pt x="851067" y="104137"/>
                    <a:pt x="909487" y="87627"/>
                    <a:pt x="971717" y="82547"/>
                  </a:cubicBezTo>
                  <a:cubicBezTo>
                    <a:pt x="1035217" y="77467"/>
                    <a:pt x="1098717" y="62227"/>
                    <a:pt x="1163487" y="57147"/>
                  </a:cubicBezTo>
                  <a:cubicBezTo>
                    <a:pt x="1338747" y="44447"/>
                    <a:pt x="1515277" y="35557"/>
                    <a:pt x="1690537" y="25397"/>
                  </a:cubicBezTo>
                  <a:cubicBezTo>
                    <a:pt x="1733717" y="22857"/>
                    <a:pt x="1776897" y="25397"/>
                    <a:pt x="1820077" y="26667"/>
                  </a:cubicBezTo>
                  <a:cubicBezTo>
                    <a:pt x="1841667" y="27937"/>
                    <a:pt x="1863257" y="33017"/>
                    <a:pt x="1886117" y="35557"/>
                  </a:cubicBezTo>
                  <a:cubicBezTo>
                    <a:pt x="1896277" y="36827"/>
                    <a:pt x="1906437" y="33017"/>
                    <a:pt x="1916597" y="33017"/>
                  </a:cubicBezTo>
                  <a:cubicBezTo>
                    <a:pt x="1947077" y="33017"/>
                    <a:pt x="1978827" y="33017"/>
                    <a:pt x="2009307" y="31747"/>
                  </a:cubicBezTo>
                  <a:cubicBezTo>
                    <a:pt x="2067727" y="29207"/>
                    <a:pt x="2127417" y="22857"/>
                    <a:pt x="2185837" y="22857"/>
                  </a:cubicBezTo>
                  <a:cubicBezTo>
                    <a:pt x="2242987" y="22857"/>
                    <a:pt x="2300137" y="26667"/>
                    <a:pt x="2357287" y="29207"/>
                  </a:cubicBezTo>
                  <a:lnTo>
                    <a:pt x="2403007" y="29207"/>
                  </a:lnTo>
                  <a:cubicBezTo>
                    <a:pt x="2472857" y="26667"/>
                    <a:pt x="2541437" y="26667"/>
                    <a:pt x="2611287" y="22857"/>
                  </a:cubicBezTo>
                  <a:cubicBezTo>
                    <a:pt x="2678597" y="19047"/>
                    <a:pt x="2744637" y="10157"/>
                    <a:pt x="2811947" y="6347"/>
                  </a:cubicBezTo>
                  <a:cubicBezTo>
                    <a:pt x="2843697" y="3807"/>
                    <a:pt x="2876717" y="3807"/>
                    <a:pt x="2908467" y="10157"/>
                  </a:cubicBezTo>
                  <a:cubicBezTo>
                    <a:pt x="2956727" y="19047"/>
                    <a:pt x="3002447" y="24127"/>
                    <a:pt x="3050707" y="10157"/>
                  </a:cubicBezTo>
                  <a:cubicBezTo>
                    <a:pt x="3068487" y="5077"/>
                    <a:pt x="3091347" y="13967"/>
                    <a:pt x="3111667" y="16507"/>
                  </a:cubicBezTo>
                  <a:cubicBezTo>
                    <a:pt x="3120557" y="17777"/>
                    <a:pt x="3130717" y="20317"/>
                    <a:pt x="3135797" y="16507"/>
                  </a:cubicBezTo>
                  <a:cubicBezTo>
                    <a:pt x="3170087" y="-8893"/>
                    <a:pt x="3201837" y="-2543"/>
                    <a:pt x="3234857" y="19047"/>
                  </a:cubicBezTo>
                  <a:cubicBezTo>
                    <a:pt x="3238667" y="21587"/>
                    <a:pt x="3248827" y="15237"/>
                    <a:pt x="3256447" y="15237"/>
                  </a:cubicBezTo>
                  <a:cubicBezTo>
                    <a:pt x="3286927" y="15237"/>
                    <a:pt x="3317407" y="15237"/>
                    <a:pt x="3349157" y="16507"/>
                  </a:cubicBezTo>
                  <a:cubicBezTo>
                    <a:pt x="3372017" y="17777"/>
                    <a:pt x="3393607" y="25397"/>
                    <a:pt x="3416467" y="27937"/>
                  </a:cubicBezTo>
                  <a:cubicBezTo>
                    <a:pt x="3465997" y="34287"/>
                    <a:pt x="3516797" y="44447"/>
                    <a:pt x="3567597" y="44447"/>
                  </a:cubicBezTo>
                  <a:cubicBezTo>
                    <a:pt x="3662847" y="45717"/>
                    <a:pt x="3758097" y="49527"/>
                    <a:pt x="3852077" y="69847"/>
                  </a:cubicBezTo>
                  <a:cubicBezTo>
                    <a:pt x="3939707" y="88897"/>
                    <a:pt x="4029877" y="88897"/>
                    <a:pt x="4118777" y="104137"/>
                  </a:cubicBezTo>
                  <a:cubicBezTo>
                    <a:pt x="4172117" y="113027"/>
                    <a:pt x="4226727" y="129537"/>
                    <a:pt x="4272447" y="156207"/>
                  </a:cubicBezTo>
                  <a:cubicBezTo>
                    <a:pt x="4321977" y="184147"/>
                    <a:pt x="4360077" y="229867"/>
                    <a:pt x="4404527" y="267967"/>
                  </a:cubicBezTo>
                  <a:cubicBezTo>
                    <a:pt x="4421037" y="281937"/>
                    <a:pt x="4445167" y="292097"/>
                    <a:pt x="4456597" y="309877"/>
                  </a:cubicBezTo>
                  <a:cubicBezTo>
                    <a:pt x="4489617" y="358137"/>
                    <a:pt x="4518827" y="408937"/>
                    <a:pt x="4548037" y="459737"/>
                  </a:cubicBezTo>
                  <a:cubicBezTo>
                    <a:pt x="4569627" y="496567"/>
                    <a:pt x="4591217" y="534667"/>
                    <a:pt x="4607727" y="572767"/>
                  </a:cubicBezTo>
                  <a:cubicBezTo>
                    <a:pt x="4625507" y="617217"/>
                    <a:pt x="4639477" y="662937"/>
                    <a:pt x="4653447" y="709927"/>
                  </a:cubicBezTo>
                  <a:cubicBezTo>
                    <a:pt x="4675037" y="783587"/>
                    <a:pt x="4700437" y="857247"/>
                    <a:pt x="4714407" y="933447"/>
                  </a:cubicBezTo>
                  <a:cubicBezTo>
                    <a:pt x="4734727" y="1040127"/>
                    <a:pt x="4744887" y="1149347"/>
                    <a:pt x="4760127" y="1257297"/>
                  </a:cubicBezTo>
                  <a:cubicBezTo>
                    <a:pt x="4765207" y="1292857"/>
                    <a:pt x="4771557" y="1328417"/>
                    <a:pt x="4774097" y="1363977"/>
                  </a:cubicBezTo>
                  <a:cubicBezTo>
                    <a:pt x="4781717" y="1465577"/>
                    <a:pt x="4786797" y="1565907"/>
                    <a:pt x="4793147" y="1667507"/>
                  </a:cubicBezTo>
                  <a:cubicBezTo>
                    <a:pt x="4802037" y="1793237"/>
                    <a:pt x="4814737" y="1917697"/>
                    <a:pt x="4821087" y="2043427"/>
                  </a:cubicBezTo>
                  <a:cubicBezTo>
                    <a:pt x="4827437" y="2164077"/>
                    <a:pt x="4832517" y="2285997"/>
                    <a:pt x="4829977" y="2407917"/>
                  </a:cubicBezTo>
                  <a:cubicBezTo>
                    <a:pt x="4826167" y="2611117"/>
                    <a:pt x="4816007" y="2813047"/>
                    <a:pt x="4805847" y="3016247"/>
                  </a:cubicBezTo>
                  <a:cubicBezTo>
                    <a:pt x="4799497" y="3141977"/>
                    <a:pt x="4790607" y="3266437"/>
                    <a:pt x="4777907" y="3390897"/>
                  </a:cubicBezTo>
                  <a:cubicBezTo>
                    <a:pt x="4765207" y="3515357"/>
                    <a:pt x="4746157" y="3638547"/>
                    <a:pt x="4732187" y="3763007"/>
                  </a:cubicBezTo>
                  <a:cubicBezTo>
                    <a:pt x="4722027" y="3849367"/>
                    <a:pt x="4719487" y="3935727"/>
                    <a:pt x="4708057" y="4020817"/>
                  </a:cubicBezTo>
                  <a:cubicBezTo>
                    <a:pt x="4697897" y="4098287"/>
                    <a:pt x="4659797" y="4166867"/>
                    <a:pt x="4608997" y="4224017"/>
                  </a:cubicBezTo>
                  <a:cubicBezTo>
                    <a:pt x="4567087" y="4272277"/>
                    <a:pt x="4534067" y="4326887"/>
                    <a:pt x="4490887" y="4373877"/>
                  </a:cubicBezTo>
                  <a:cubicBezTo>
                    <a:pt x="4452787" y="4415787"/>
                    <a:pt x="4410877" y="4457697"/>
                    <a:pt x="4344837" y="4458967"/>
                  </a:cubicBezTo>
                  <a:cubicBezTo>
                    <a:pt x="4329597" y="4458967"/>
                    <a:pt x="4315627" y="4474207"/>
                    <a:pt x="4300387" y="4481827"/>
                  </a:cubicBezTo>
                  <a:cubicBezTo>
                    <a:pt x="4235617" y="4509767"/>
                    <a:pt x="4168307" y="4533897"/>
                    <a:pt x="4104807" y="4564377"/>
                  </a:cubicBezTo>
                  <a:cubicBezTo>
                    <a:pt x="3987967" y="4620257"/>
                    <a:pt x="3862237" y="4629147"/>
                    <a:pt x="3736507" y="4634227"/>
                  </a:cubicBezTo>
                  <a:cubicBezTo>
                    <a:pt x="3688247" y="4636767"/>
                    <a:pt x="3638717" y="4632957"/>
                    <a:pt x="3590457" y="4636767"/>
                  </a:cubicBezTo>
                  <a:cubicBezTo>
                    <a:pt x="3566327" y="4638037"/>
                    <a:pt x="3543467" y="4649467"/>
                    <a:pt x="3520607" y="4654547"/>
                  </a:cubicBezTo>
                  <a:cubicBezTo>
                    <a:pt x="3510447" y="4657087"/>
                    <a:pt x="3500287" y="4655817"/>
                    <a:pt x="3488857" y="4657087"/>
                  </a:cubicBezTo>
                  <a:cubicBezTo>
                    <a:pt x="3473617" y="4658357"/>
                    <a:pt x="3458377" y="4662167"/>
                    <a:pt x="3443137" y="4660897"/>
                  </a:cubicBezTo>
                  <a:cubicBezTo>
                    <a:pt x="3427897" y="4658357"/>
                    <a:pt x="3417737" y="4653277"/>
                    <a:pt x="3415197" y="4653277"/>
                  </a:cubicBezTo>
                  <a:close/>
                </a:path>
              </a:pathLst>
            </a:custGeom>
            <a:blipFill>
              <a:blip r:embed="rId10"/>
              <a:stretch>
                <a:fillRect l="-23133" t="0" r="-23133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22625" y="712152"/>
            <a:ext cx="1467754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6000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CARGOWISE SUCCESS STORIES (4/5)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8969" y="2063885"/>
            <a:ext cx="6451101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4"/>
              </a:lnSpc>
              <a:spcBef>
                <a:spcPct val="0"/>
              </a:spcBef>
            </a:pPr>
            <a:r>
              <a:rPr lang="en-US" b="true" sz="2499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CARGOWISE UNIFORCE INTEGRATION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6119" y="2514448"/>
            <a:ext cx="540072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Unified shipment and financial visibility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6119" y="6418230"/>
            <a:ext cx="887170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b="true" sz="2200" spc="57">
                <a:solidFill>
                  <a:srgbClr val="1D1A1B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Tech Stack</a:t>
            </a:r>
            <a:r>
              <a:rPr lang="en-US" sz="2200" spc="57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: REST</a:t>
            </a:r>
            <a:r>
              <a:rPr lang="en-US" sz="2200" spc="57">
                <a:solidFill>
                  <a:srgbClr val="1D1A1B"/>
                </a:solidFill>
                <a:latin typeface="Public Sans 1"/>
                <a:ea typeface="Public Sans 1"/>
                <a:cs typeface="Public Sans 1"/>
                <a:sym typeface="Public Sans 1"/>
              </a:rPr>
              <a:t> API, JSON, eAdaptor, Middleware, Windows Services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432264" y="7366729"/>
            <a:ext cx="7698260" cy="4783096"/>
          </a:xfrm>
          <a:custGeom>
            <a:avLst/>
            <a:gdLst/>
            <a:ahLst/>
            <a:cxnLst/>
            <a:rect r="r" b="b" t="t" l="l"/>
            <a:pathLst>
              <a:path h="4783096" w="7698260">
                <a:moveTo>
                  <a:pt x="0" y="0"/>
                </a:moveTo>
                <a:lnTo>
                  <a:pt x="7698260" y="0"/>
                </a:lnTo>
                <a:lnTo>
                  <a:pt x="7698260" y="4783096"/>
                </a:lnTo>
                <a:lnTo>
                  <a:pt x="0" y="47830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5236" y="8716980"/>
            <a:ext cx="5910415" cy="4783096"/>
          </a:xfrm>
          <a:custGeom>
            <a:avLst/>
            <a:gdLst/>
            <a:ahLst/>
            <a:cxnLst/>
            <a:rect r="r" b="b" t="t" l="l"/>
            <a:pathLst>
              <a:path h="4783096" w="5910415">
                <a:moveTo>
                  <a:pt x="0" y="0"/>
                </a:moveTo>
                <a:lnTo>
                  <a:pt x="5910415" y="0"/>
                </a:lnTo>
                <a:lnTo>
                  <a:pt x="5910415" y="4783096"/>
                </a:lnTo>
                <a:lnTo>
                  <a:pt x="0" y="47830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26733" y="-823661"/>
            <a:ext cx="3309025" cy="2897071"/>
          </a:xfrm>
          <a:custGeom>
            <a:avLst/>
            <a:gdLst/>
            <a:ahLst/>
            <a:cxnLst/>
            <a:rect r="r" b="b" t="t" l="l"/>
            <a:pathLst>
              <a:path h="2897071" w="3309025">
                <a:moveTo>
                  <a:pt x="0" y="0"/>
                </a:moveTo>
                <a:lnTo>
                  <a:pt x="3309025" y="0"/>
                </a:lnTo>
                <a:lnTo>
                  <a:pt x="3309025" y="2897071"/>
                </a:lnTo>
                <a:lnTo>
                  <a:pt x="0" y="289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20265" y="588295"/>
            <a:ext cx="2263192" cy="1975652"/>
          </a:xfrm>
          <a:custGeom>
            <a:avLst/>
            <a:gdLst/>
            <a:ahLst/>
            <a:cxnLst/>
            <a:rect r="r" b="b" t="t" l="l"/>
            <a:pathLst>
              <a:path h="1975652" w="2263192">
                <a:moveTo>
                  <a:pt x="0" y="0"/>
                </a:moveTo>
                <a:lnTo>
                  <a:pt x="2263192" y="0"/>
                </a:lnTo>
                <a:lnTo>
                  <a:pt x="2263192" y="1975652"/>
                </a:lnTo>
                <a:lnTo>
                  <a:pt x="0" y="19756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16447" y="3123262"/>
            <a:ext cx="467330" cy="467329"/>
          </a:xfrm>
          <a:custGeom>
            <a:avLst/>
            <a:gdLst/>
            <a:ahLst/>
            <a:cxnLst/>
            <a:rect r="r" b="b" t="t" l="l"/>
            <a:pathLst>
              <a:path h="467329" w="467330">
                <a:moveTo>
                  <a:pt x="0" y="0"/>
                </a:moveTo>
                <a:lnTo>
                  <a:pt x="467330" y="0"/>
                </a:lnTo>
                <a:lnTo>
                  <a:pt x="467330" y="467329"/>
                </a:lnTo>
                <a:lnTo>
                  <a:pt x="0" y="4673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40963" y="3123262"/>
            <a:ext cx="467330" cy="467329"/>
          </a:xfrm>
          <a:custGeom>
            <a:avLst/>
            <a:gdLst/>
            <a:ahLst/>
            <a:cxnLst/>
            <a:rect r="r" b="b" t="t" l="l"/>
            <a:pathLst>
              <a:path h="467329" w="467330">
                <a:moveTo>
                  <a:pt x="0" y="0"/>
                </a:moveTo>
                <a:lnTo>
                  <a:pt x="467329" y="0"/>
                </a:lnTo>
                <a:lnTo>
                  <a:pt x="467329" y="467329"/>
                </a:lnTo>
                <a:lnTo>
                  <a:pt x="0" y="4673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45923" y="3106593"/>
            <a:ext cx="3925630" cy="38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Real-Time Monitoring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70438" y="3106593"/>
            <a:ext cx="3925630" cy="38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Automated Notifications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816447" y="4001015"/>
            <a:ext cx="467330" cy="467329"/>
          </a:xfrm>
          <a:custGeom>
            <a:avLst/>
            <a:gdLst/>
            <a:ahLst/>
            <a:cxnLst/>
            <a:rect r="r" b="b" t="t" l="l"/>
            <a:pathLst>
              <a:path h="467329" w="467330">
                <a:moveTo>
                  <a:pt x="0" y="0"/>
                </a:moveTo>
                <a:lnTo>
                  <a:pt x="467330" y="0"/>
                </a:lnTo>
                <a:lnTo>
                  <a:pt x="467330" y="467329"/>
                </a:lnTo>
                <a:lnTo>
                  <a:pt x="0" y="46732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40963" y="4001015"/>
            <a:ext cx="467330" cy="467329"/>
          </a:xfrm>
          <a:custGeom>
            <a:avLst/>
            <a:gdLst/>
            <a:ahLst/>
            <a:cxnLst/>
            <a:rect r="r" b="b" t="t" l="l"/>
            <a:pathLst>
              <a:path h="467329" w="467330">
                <a:moveTo>
                  <a:pt x="0" y="0"/>
                </a:moveTo>
                <a:lnTo>
                  <a:pt x="467329" y="0"/>
                </a:lnTo>
                <a:lnTo>
                  <a:pt x="467329" y="467329"/>
                </a:lnTo>
                <a:lnTo>
                  <a:pt x="0" y="46732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45923" y="3984346"/>
            <a:ext cx="3925630" cy="38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Mobile Accessibility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70438" y="3984346"/>
            <a:ext cx="3925630" cy="38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Seamless Integration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339304" y="9992895"/>
            <a:ext cx="961113" cy="651154"/>
          </a:xfrm>
          <a:custGeom>
            <a:avLst/>
            <a:gdLst/>
            <a:ahLst/>
            <a:cxnLst/>
            <a:rect r="r" b="b" t="t" l="l"/>
            <a:pathLst>
              <a:path h="651154" w="961113">
                <a:moveTo>
                  <a:pt x="0" y="0"/>
                </a:moveTo>
                <a:lnTo>
                  <a:pt x="961113" y="0"/>
                </a:lnTo>
                <a:lnTo>
                  <a:pt x="961113" y="651154"/>
                </a:lnTo>
                <a:lnTo>
                  <a:pt x="0" y="65115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418" r="0" b="-41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-308460" y="-758506"/>
            <a:ext cx="2164275" cy="1111896"/>
          </a:xfrm>
          <a:custGeom>
            <a:avLst/>
            <a:gdLst/>
            <a:ahLst/>
            <a:cxnLst/>
            <a:rect r="r" b="b" t="t" l="l"/>
            <a:pathLst>
              <a:path h="1111896" w="2164275">
                <a:moveTo>
                  <a:pt x="0" y="0"/>
                </a:moveTo>
                <a:lnTo>
                  <a:pt x="2164275" y="0"/>
                </a:lnTo>
                <a:lnTo>
                  <a:pt x="2164275" y="1111896"/>
                </a:lnTo>
                <a:lnTo>
                  <a:pt x="0" y="111189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043734" y="-92534"/>
            <a:ext cx="5809337" cy="537986"/>
          </a:xfrm>
          <a:custGeom>
            <a:avLst/>
            <a:gdLst/>
            <a:ahLst/>
            <a:cxnLst/>
            <a:rect r="r" b="b" t="t" l="l"/>
            <a:pathLst>
              <a:path h="537986" w="5809337">
                <a:moveTo>
                  <a:pt x="0" y="0"/>
                </a:moveTo>
                <a:lnTo>
                  <a:pt x="5809337" y="0"/>
                </a:lnTo>
                <a:lnTo>
                  <a:pt x="5809337" y="537986"/>
                </a:lnTo>
                <a:lnTo>
                  <a:pt x="0" y="53798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-398749" r="0" b="-398749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28700" y="2879228"/>
            <a:ext cx="5247419" cy="5246370"/>
            <a:chOff x="0" y="0"/>
            <a:chExt cx="6996559" cy="6995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96557" cy="6995160"/>
            </a:xfrm>
            <a:custGeom>
              <a:avLst/>
              <a:gdLst/>
              <a:ahLst/>
              <a:cxnLst/>
              <a:rect r="r" b="b" t="t" l="l"/>
              <a:pathLst>
                <a:path h="6995160" w="6996557">
                  <a:moveTo>
                    <a:pt x="6593586" y="0"/>
                  </a:moveTo>
                  <a:lnTo>
                    <a:pt x="401574" y="0"/>
                  </a:lnTo>
                  <a:cubicBezTo>
                    <a:pt x="179070" y="0"/>
                    <a:pt x="0" y="179070"/>
                    <a:pt x="0" y="401574"/>
                  </a:cubicBezTo>
                  <a:lnTo>
                    <a:pt x="0" y="6594983"/>
                  </a:lnTo>
                  <a:cubicBezTo>
                    <a:pt x="0" y="6816090"/>
                    <a:pt x="179070" y="6995160"/>
                    <a:pt x="401574" y="6995160"/>
                  </a:cubicBezTo>
                  <a:lnTo>
                    <a:pt x="6594983" y="6995160"/>
                  </a:lnTo>
                  <a:cubicBezTo>
                    <a:pt x="6816089" y="6995160"/>
                    <a:pt x="6996557" y="6816090"/>
                    <a:pt x="6996557" y="6593586"/>
                  </a:cubicBezTo>
                  <a:lnTo>
                    <a:pt x="6996557" y="401574"/>
                  </a:lnTo>
                  <a:cubicBezTo>
                    <a:pt x="6995160" y="179070"/>
                    <a:pt x="6816090" y="0"/>
                    <a:pt x="6593586" y="0"/>
                  </a:cubicBezTo>
                  <a:close/>
                </a:path>
              </a:pathLst>
            </a:custGeom>
            <a:blipFill>
              <a:blip r:embed="rId25"/>
              <a:stretch>
                <a:fillRect l="0" t="-10" r="0" b="-1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924550" y="683577"/>
            <a:ext cx="64389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6000" b="true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- SITS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6447" y="4649319"/>
            <a:ext cx="9736543" cy="526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SITS is Infologia’s advanced track-and-trace application built exclusively for freight forwarders and logistics providers. Designed to provide real-time shipment visibility, SITS enables users to monitor cargo movement across multiple modes of transport with accuracy and ease.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The platform integrates seamlessly with existing logistics systems, consolidating data into a single interface that delivers live updates, automated alerts, and comprehensive shipment histories. This ensures forwarders can proactively manage delays, enhance customer communication, and optimize operational efficiency.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With SITS, businesses gain not only end-to-end visibility but also the ability to deliver a superior customer experience, setting them apart in the competitive logistics landscape.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81267" y="1643504"/>
            <a:ext cx="4680762" cy="42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828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Container Tracking System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1871532" y="7847733"/>
            <a:ext cx="7698260" cy="4783096"/>
          </a:xfrm>
          <a:custGeom>
            <a:avLst/>
            <a:gdLst/>
            <a:ahLst/>
            <a:cxnLst/>
            <a:rect r="r" b="b" t="t" l="l"/>
            <a:pathLst>
              <a:path h="4783096" w="7698260">
                <a:moveTo>
                  <a:pt x="7698259" y="0"/>
                </a:moveTo>
                <a:lnTo>
                  <a:pt x="0" y="0"/>
                </a:lnTo>
                <a:lnTo>
                  <a:pt x="0" y="4783096"/>
                </a:lnTo>
                <a:lnTo>
                  <a:pt x="7698259" y="4783096"/>
                </a:lnTo>
                <a:lnTo>
                  <a:pt x="769825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26733" y="-823661"/>
            <a:ext cx="3309025" cy="2897071"/>
          </a:xfrm>
          <a:custGeom>
            <a:avLst/>
            <a:gdLst/>
            <a:ahLst/>
            <a:cxnLst/>
            <a:rect r="r" b="b" t="t" l="l"/>
            <a:pathLst>
              <a:path h="2897071" w="3309025">
                <a:moveTo>
                  <a:pt x="0" y="0"/>
                </a:moveTo>
                <a:lnTo>
                  <a:pt x="3309025" y="0"/>
                </a:lnTo>
                <a:lnTo>
                  <a:pt x="3309025" y="2897071"/>
                </a:lnTo>
                <a:lnTo>
                  <a:pt x="0" y="2897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20265" y="588295"/>
            <a:ext cx="2263192" cy="1975652"/>
          </a:xfrm>
          <a:custGeom>
            <a:avLst/>
            <a:gdLst/>
            <a:ahLst/>
            <a:cxnLst/>
            <a:rect r="r" b="b" t="t" l="l"/>
            <a:pathLst>
              <a:path h="1975652" w="2263192">
                <a:moveTo>
                  <a:pt x="0" y="0"/>
                </a:moveTo>
                <a:lnTo>
                  <a:pt x="2263192" y="0"/>
                </a:lnTo>
                <a:lnTo>
                  <a:pt x="2263192" y="1975652"/>
                </a:lnTo>
                <a:lnTo>
                  <a:pt x="0" y="1975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308460" y="-758506"/>
            <a:ext cx="2164275" cy="1111896"/>
          </a:xfrm>
          <a:custGeom>
            <a:avLst/>
            <a:gdLst/>
            <a:ahLst/>
            <a:cxnLst/>
            <a:rect r="r" b="b" t="t" l="l"/>
            <a:pathLst>
              <a:path h="1111896" w="2164275">
                <a:moveTo>
                  <a:pt x="0" y="0"/>
                </a:moveTo>
                <a:lnTo>
                  <a:pt x="2164275" y="0"/>
                </a:lnTo>
                <a:lnTo>
                  <a:pt x="2164275" y="1111896"/>
                </a:lnTo>
                <a:lnTo>
                  <a:pt x="0" y="11118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" t="0" r="-5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43734" y="-92534"/>
            <a:ext cx="5809337" cy="537986"/>
          </a:xfrm>
          <a:custGeom>
            <a:avLst/>
            <a:gdLst/>
            <a:ahLst/>
            <a:cxnLst/>
            <a:rect r="r" b="b" t="t" l="l"/>
            <a:pathLst>
              <a:path h="537986" w="5809337">
                <a:moveTo>
                  <a:pt x="0" y="0"/>
                </a:moveTo>
                <a:lnTo>
                  <a:pt x="5809337" y="0"/>
                </a:lnTo>
                <a:lnTo>
                  <a:pt x="5809337" y="537986"/>
                </a:lnTo>
                <a:lnTo>
                  <a:pt x="0" y="537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398749" r="0" b="-39874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69684" y="1576121"/>
            <a:ext cx="5101955" cy="9067928"/>
          </a:xfrm>
          <a:custGeom>
            <a:avLst/>
            <a:gdLst/>
            <a:ahLst/>
            <a:cxnLst/>
            <a:rect r="r" b="b" t="t" l="l"/>
            <a:pathLst>
              <a:path h="9067928" w="5101955">
                <a:moveTo>
                  <a:pt x="0" y="0"/>
                </a:moveTo>
                <a:lnTo>
                  <a:pt x="5101955" y="0"/>
                </a:lnTo>
                <a:lnTo>
                  <a:pt x="5101955" y="9067928"/>
                </a:lnTo>
                <a:lnTo>
                  <a:pt x="0" y="9067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94245" y="846036"/>
            <a:ext cx="643056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6000" b="true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- TMS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42055" y="1981076"/>
            <a:ext cx="4725396" cy="42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828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Truck Management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926" y="2791981"/>
            <a:ext cx="11431655" cy="14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8"/>
              </a:lnSpc>
              <a:spcBef>
                <a:spcPct val="0"/>
              </a:spcBef>
            </a:pPr>
            <a:r>
              <a:rPr lang="en-US" sz="2499">
                <a:solidFill>
                  <a:srgbClr val="243B55"/>
                </a:solidFill>
                <a:latin typeface="Public Sans 2"/>
                <a:ea typeface="Public Sans 2"/>
                <a:cs typeface="Public Sans 2"/>
                <a:sym typeface="Public Sans 2"/>
              </a:rPr>
              <a:t>Our Truck Management System (TMS) is a comprehensive digital platform designed to streamline, automate and enhance truck transportation operations across countries. It centralizes critical operational flows into a single robust solution.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0984" y="4495674"/>
            <a:ext cx="140415" cy="1672799"/>
            <a:chOff x="0" y="0"/>
            <a:chExt cx="28892" cy="3441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08549" y="4496531"/>
            <a:ext cx="7350411" cy="1672799"/>
            <a:chOff x="0" y="0"/>
            <a:chExt cx="1512430" cy="3441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12430" cy="344197"/>
            </a:xfrm>
            <a:custGeom>
              <a:avLst/>
              <a:gdLst/>
              <a:ahLst/>
              <a:cxnLst/>
              <a:rect r="r" b="b" t="t" l="l"/>
              <a:pathLst>
                <a:path h="344197" w="1512430">
                  <a:moveTo>
                    <a:pt x="20572" y="0"/>
                  </a:moveTo>
                  <a:lnTo>
                    <a:pt x="1491859" y="0"/>
                  </a:lnTo>
                  <a:cubicBezTo>
                    <a:pt x="1497315" y="0"/>
                    <a:pt x="1502547" y="2167"/>
                    <a:pt x="1506405" y="6025"/>
                  </a:cubicBezTo>
                  <a:cubicBezTo>
                    <a:pt x="1510263" y="9883"/>
                    <a:pt x="1512430" y="15116"/>
                    <a:pt x="1512430" y="20572"/>
                  </a:cubicBezTo>
                  <a:lnTo>
                    <a:pt x="1512430" y="323626"/>
                  </a:lnTo>
                  <a:cubicBezTo>
                    <a:pt x="1512430" y="329082"/>
                    <a:pt x="1510263" y="334314"/>
                    <a:pt x="1506405" y="338172"/>
                  </a:cubicBezTo>
                  <a:cubicBezTo>
                    <a:pt x="1502547" y="342030"/>
                    <a:pt x="1497315" y="344197"/>
                    <a:pt x="1491859" y="344197"/>
                  </a:cubicBezTo>
                  <a:lnTo>
                    <a:pt x="20572" y="344197"/>
                  </a:lnTo>
                  <a:cubicBezTo>
                    <a:pt x="15116" y="344197"/>
                    <a:pt x="9883" y="342030"/>
                    <a:pt x="6025" y="338172"/>
                  </a:cubicBezTo>
                  <a:cubicBezTo>
                    <a:pt x="2167" y="334314"/>
                    <a:pt x="0" y="329082"/>
                    <a:pt x="0" y="323626"/>
                  </a:cubicBezTo>
                  <a:lnTo>
                    <a:pt x="0" y="20572"/>
                  </a:lnTo>
                  <a:cubicBezTo>
                    <a:pt x="0" y="15116"/>
                    <a:pt x="2167" y="9883"/>
                    <a:pt x="6025" y="6025"/>
                  </a:cubicBezTo>
                  <a:cubicBezTo>
                    <a:pt x="9883" y="2167"/>
                    <a:pt x="15116" y="0"/>
                    <a:pt x="20572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512430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149081" y="4663039"/>
            <a:ext cx="379616" cy="379616"/>
          </a:xfrm>
          <a:custGeom>
            <a:avLst/>
            <a:gdLst/>
            <a:ahLst/>
            <a:cxnLst/>
            <a:rect r="r" b="b" t="t" l="l"/>
            <a:pathLst>
              <a:path h="379616" w="379616">
                <a:moveTo>
                  <a:pt x="0" y="0"/>
                </a:moveTo>
                <a:lnTo>
                  <a:pt x="379616" y="0"/>
                </a:lnTo>
                <a:lnTo>
                  <a:pt x="379616" y="379616"/>
                </a:lnTo>
                <a:lnTo>
                  <a:pt x="0" y="3796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02580" y="4548739"/>
            <a:ext cx="634203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Centralized Operations 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Unifi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es trip creation, milestone tracking, document management and vendor coordination, replacing fragmented manual processes.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873596" y="8319667"/>
            <a:ext cx="140415" cy="1672799"/>
            <a:chOff x="0" y="0"/>
            <a:chExt cx="28892" cy="3441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99736" y="8320524"/>
            <a:ext cx="7337353" cy="1672799"/>
            <a:chOff x="0" y="0"/>
            <a:chExt cx="1509743" cy="3441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09744" cy="344197"/>
            </a:xfrm>
            <a:custGeom>
              <a:avLst/>
              <a:gdLst/>
              <a:ahLst/>
              <a:cxnLst/>
              <a:rect r="r" b="b" t="t" l="l"/>
              <a:pathLst>
                <a:path h="344197" w="1509744">
                  <a:moveTo>
                    <a:pt x="20608" y="0"/>
                  </a:moveTo>
                  <a:lnTo>
                    <a:pt x="1489135" y="0"/>
                  </a:lnTo>
                  <a:cubicBezTo>
                    <a:pt x="1494601" y="0"/>
                    <a:pt x="1499843" y="2171"/>
                    <a:pt x="1503708" y="6036"/>
                  </a:cubicBezTo>
                  <a:cubicBezTo>
                    <a:pt x="1507572" y="9901"/>
                    <a:pt x="1509744" y="15143"/>
                    <a:pt x="1509744" y="20608"/>
                  </a:cubicBezTo>
                  <a:lnTo>
                    <a:pt x="1509744" y="323589"/>
                  </a:lnTo>
                  <a:cubicBezTo>
                    <a:pt x="1509744" y="329055"/>
                    <a:pt x="1507572" y="334297"/>
                    <a:pt x="1503708" y="338161"/>
                  </a:cubicBezTo>
                  <a:cubicBezTo>
                    <a:pt x="1499843" y="342026"/>
                    <a:pt x="1494601" y="344197"/>
                    <a:pt x="1489135" y="344197"/>
                  </a:cubicBezTo>
                  <a:lnTo>
                    <a:pt x="20608" y="344197"/>
                  </a:lnTo>
                  <a:cubicBezTo>
                    <a:pt x="15143" y="344197"/>
                    <a:pt x="9901" y="342026"/>
                    <a:pt x="6036" y="338161"/>
                  </a:cubicBezTo>
                  <a:cubicBezTo>
                    <a:pt x="2171" y="334297"/>
                    <a:pt x="0" y="329055"/>
                    <a:pt x="0" y="323589"/>
                  </a:cubicBezTo>
                  <a:lnTo>
                    <a:pt x="0" y="20608"/>
                  </a:lnTo>
                  <a:cubicBezTo>
                    <a:pt x="0" y="15143"/>
                    <a:pt x="2171" y="9901"/>
                    <a:pt x="6036" y="6036"/>
                  </a:cubicBezTo>
                  <a:cubicBezTo>
                    <a:pt x="9901" y="2171"/>
                    <a:pt x="15143" y="0"/>
                    <a:pt x="20608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509743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665192" y="8372732"/>
            <a:ext cx="634203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I</a:t>
            </a: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ntegrated Finance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S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eamlessly manages Accounts Receivable (AR) &amp; Payable (AP) alongside operational workflows for complete financial control.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5182588" y="8519692"/>
            <a:ext cx="330707" cy="220747"/>
          </a:xfrm>
          <a:custGeom>
            <a:avLst/>
            <a:gdLst/>
            <a:ahLst/>
            <a:cxnLst/>
            <a:rect r="r" b="b" t="t" l="l"/>
            <a:pathLst>
              <a:path h="220747" w="330707">
                <a:moveTo>
                  <a:pt x="0" y="0"/>
                </a:moveTo>
                <a:lnTo>
                  <a:pt x="330707" y="0"/>
                </a:lnTo>
                <a:lnTo>
                  <a:pt x="330707" y="220747"/>
                </a:lnTo>
                <a:lnTo>
                  <a:pt x="0" y="22074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2532820" y="6407885"/>
            <a:ext cx="140415" cy="1672799"/>
            <a:chOff x="0" y="0"/>
            <a:chExt cx="28892" cy="3441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F4892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758960" y="6408742"/>
            <a:ext cx="7350411" cy="1672799"/>
            <a:chOff x="0" y="0"/>
            <a:chExt cx="1512430" cy="3441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12430" cy="344197"/>
            </a:xfrm>
            <a:custGeom>
              <a:avLst/>
              <a:gdLst/>
              <a:ahLst/>
              <a:cxnLst/>
              <a:rect r="r" b="b" t="t" l="l"/>
              <a:pathLst>
                <a:path h="344197" w="1512430">
                  <a:moveTo>
                    <a:pt x="20572" y="0"/>
                  </a:moveTo>
                  <a:lnTo>
                    <a:pt x="1491859" y="0"/>
                  </a:lnTo>
                  <a:cubicBezTo>
                    <a:pt x="1497315" y="0"/>
                    <a:pt x="1502547" y="2167"/>
                    <a:pt x="1506405" y="6025"/>
                  </a:cubicBezTo>
                  <a:cubicBezTo>
                    <a:pt x="1510263" y="9883"/>
                    <a:pt x="1512430" y="15116"/>
                    <a:pt x="1512430" y="20572"/>
                  </a:cubicBezTo>
                  <a:lnTo>
                    <a:pt x="1512430" y="323626"/>
                  </a:lnTo>
                  <a:cubicBezTo>
                    <a:pt x="1512430" y="329082"/>
                    <a:pt x="1510263" y="334314"/>
                    <a:pt x="1506405" y="338172"/>
                  </a:cubicBezTo>
                  <a:cubicBezTo>
                    <a:pt x="1502547" y="342030"/>
                    <a:pt x="1497315" y="344197"/>
                    <a:pt x="1491859" y="344197"/>
                  </a:cubicBezTo>
                  <a:lnTo>
                    <a:pt x="20572" y="344197"/>
                  </a:lnTo>
                  <a:cubicBezTo>
                    <a:pt x="15116" y="344197"/>
                    <a:pt x="9883" y="342030"/>
                    <a:pt x="6025" y="338172"/>
                  </a:cubicBezTo>
                  <a:cubicBezTo>
                    <a:pt x="2167" y="334314"/>
                    <a:pt x="0" y="329082"/>
                    <a:pt x="0" y="323626"/>
                  </a:cubicBezTo>
                  <a:lnTo>
                    <a:pt x="0" y="20572"/>
                  </a:lnTo>
                  <a:cubicBezTo>
                    <a:pt x="0" y="15116"/>
                    <a:pt x="2167" y="9883"/>
                    <a:pt x="6025" y="6025"/>
                  </a:cubicBezTo>
                  <a:cubicBezTo>
                    <a:pt x="9883" y="2167"/>
                    <a:pt x="15116" y="0"/>
                    <a:pt x="20572" y="0"/>
                  </a:cubicBezTo>
                  <a:close/>
                </a:path>
              </a:pathLst>
            </a:custGeom>
            <a:solidFill>
              <a:srgbClr val="F48924">
                <a:alpha val="28627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512430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2838189" y="6631708"/>
            <a:ext cx="321273" cy="226899"/>
          </a:xfrm>
          <a:custGeom>
            <a:avLst/>
            <a:gdLst/>
            <a:ahLst/>
            <a:cxnLst/>
            <a:rect r="r" b="b" t="t" l="l"/>
            <a:pathLst>
              <a:path h="226899" w="321273">
                <a:moveTo>
                  <a:pt x="0" y="0"/>
                </a:moveTo>
                <a:lnTo>
                  <a:pt x="321273" y="0"/>
                </a:lnTo>
                <a:lnTo>
                  <a:pt x="321273" y="226899"/>
                </a:lnTo>
                <a:lnTo>
                  <a:pt x="0" y="22689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324416" y="6536458"/>
            <a:ext cx="6342032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R</a:t>
            </a: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eal-Time Visibility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nsur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es transparency with live updates from booking to delivery, enabling confident scaling for logistics businesses.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9637" y="-370090"/>
            <a:ext cx="6176373" cy="5029235"/>
            <a:chOff x="0" y="0"/>
            <a:chExt cx="8235164" cy="6705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3525" y="0"/>
              <a:ext cx="8208185" cy="6705600"/>
            </a:xfrm>
            <a:custGeom>
              <a:avLst/>
              <a:gdLst/>
              <a:ahLst/>
              <a:cxnLst/>
              <a:rect r="r" b="b" t="t" l="l"/>
              <a:pathLst>
                <a:path h="6705600" w="8208185">
                  <a:moveTo>
                    <a:pt x="4038918" y="0"/>
                  </a:moveTo>
                  <a:lnTo>
                    <a:pt x="301689" y="0"/>
                  </a:lnTo>
                  <a:cubicBezTo>
                    <a:pt x="193993" y="0"/>
                    <a:pt x="94298" y="57531"/>
                    <a:pt x="40450" y="150876"/>
                  </a:cubicBezTo>
                  <a:cubicBezTo>
                    <a:pt x="-13398" y="244221"/>
                    <a:pt x="-13525" y="359156"/>
                    <a:pt x="40323" y="452501"/>
                  </a:cubicBezTo>
                  <a:lnTo>
                    <a:pt x="3385757" y="6253099"/>
                  </a:lnTo>
                  <a:cubicBezTo>
                    <a:pt x="3547174" y="6533134"/>
                    <a:pt x="3845878" y="6705600"/>
                    <a:pt x="4169220" y="6705600"/>
                  </a:cubicBezTo>
                  <a:lnTo>
                    <a:pt x="7906322" y="6705600"/>
                  </a:lnTo>
                  <a:cubicBezTo>
                    <a:pt x="8014145" y="6705600"/>
                    <a:pt x="8113713" y="6648069"/>
                    <a:pt x="8167688" y="6554724"/>
                  </a:cubicBezTo>
                  <a:cubicBezTo>
                    <a:pt x="8221663" y="6461379"/>
                    <a:pt x="8221663" y="6346317"/>
                    <a:pt x="8167815" y="6252972"/>
                  </a:cubicBezTo>
                  <a:lnTo>
                    <a:pt x="4822381" y="452501"/>
                  </a:lnTo>
                  <a:cubicBezTo>
                    <a:pt x="4660964" y="172593"/>
                    <a:pt x="4362260" y="0"/>
                    <a:pt x="4038918" y="0"/>
                  </a:cubicBezTo>
                  <a:close/>
                </a:path>
              </a:pathLst>
            </a:custGeom>
            <a:blipFill>
              <a:blip r:embed="rId3"/>
              <a:stretch>
                <a:fillRect l="-22483" t="0" r="-22482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9645405"/>
            <a:ext cx="18441919" cy="641595"/>
          </a:xfrm>
          <a:custGeom>
            <a:avLst/>
            <a:gdLst/>
            <a:ahLst/>
            <a:cxnLst/>
            <a:rect r="r" b="b" t="t" l="l"/>
            <a:pathLst>
              <a:path h="641595" w="18441919">
                <a:moveTo>
                  <a:pt x="0" y="0"/>
                </a:moveTo>
                <a:lnTo>
                  <a:pt x="18441919" y="0"/>
                </a:lnTo>
                <a:lnTo>
                  <a:pt x="18441919" y="641595"/>
                </a:lnTo>
                <a:lnTo>
                  <a:pt x="0" y="64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3397" y="-108627"/>
            <a:ext cx="4287337" cy="412575"/>
          </a:xfrm>
          <a:custGeom>
            <a:avLst/>
            <a:gdLst/>
            <a:ahLst/>
            <a:cxnLst/>
            <a:rect r="r" b="b" t="t" l="l"/>
            <a:pathLst>
              <a:path h="412575" w="4287337">
                <a:moveTo>
                  <a:pt x="0" y="0"/>
                </a:moveTo>
                <a:lnTo>
                  <a:pt x="4287337" y="0"/>
                </a:lnTo>
                <a:lnTo>
                  <a:pt x="4287337" y="412575"/>
                </a:lnTo>
                <a:lnTo>
                  <a:pt x="0" y="4125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63362" r="0" b="-26336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437916" y="-888390"/>
            <a:ext cx="2875835" cy="2628858"/>
          </a:xfrm>
          <a:custGeom>
            <a:avLst/>
            <a:gdLst/>
            <a:ahLst/>
            <a:cxnLst/>
            <a:rect r="r" b="b" t="t" l="l"/>
            <a:pathLst>
              <a:path h="2628858" w="2875835">
                <a:moveTo>
                  <a:pt x="0" y="0"/>
                </a:moveTo>
                <a:lnTo>
                  <a:pt x="2875835" y="0"/>
                </a:lnTo>
                <a:lnTo>
                  <a:pt x="2875835" y="2628858"/>
                </a:lnTo>
                <a:lnTo>
                  <a:pt x="0" y="2628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44837" y="7441102"/>
            <a:ext cx="2263192" cy="1975652"/>
          </a:xfrm>
          <a:custGeom>
            <a:avLst/>
            <a:gdLst/>
            <a:ahLst/>
            <a:cxnLst/>
            <a:rect r="r" b="b" t="t" l="l"/>
            <a:pathLst>
              <a:path h="1975652" w="2263192">
                <a:moveTo>
                  <a:pt x="0" y="0"/>
                </a:moveTo>
                <a:lnTo>
                  <a:pt x="2263192" y="0"/>
                </a:lnTo>
                <a:lnTo>
                  <a:pt x="2263192" y="1975652"/>
                </a:lnTo>
                <a:lnTo>
                  <a:pt x="0" y="1975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95992" y="691522"/>
            <a:ext cx="8896015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6798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OUR CLIENTS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092320" y="10059862"/>
            <a:ext cx="1351009" cy="454277"/>
          </a:xfrm>
          <a:custGeom>
            <a:avLst/>
            <a:gdLst/>
            <a:ahLst/>
            <a:cxnLst/>
            <a:rect r="r" b="b" t="t" l="l"/>
            <a:pathLst>
              <a:path h="454277" w="1351009">
                <a:moveTo>
                  <a:pt x="0" y="0"/>
                </a:moveTo>
                <a:lnTo>
                  <a:pt x="1351009" y="0"/>
                </a:lnTo>
                <a:lnTo>
                  <a:pt x="1351009" y="454277"/>
                </a:lnTo>
                <a:lnTo>
                  <a:pt x="0" y="4542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64" r="0" b="-264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541821" y="5842555"/>
            <a:ext cx="5899753" cy="4791110"/>
            <a:chOff x="0" y="0"/>
            <a:chExt cx="7866338" cy="6388147"/>
          </a:xfrm>
        </p:grpSpPr>
        <p:sp>
          <p:nvSpPr>
            <p:cNvPr name="Freeform 13" id="13"/>
            <p:cNvSpPr/>
            <p:nvPr/>
          </p:nvSpPr>
          <p:spPr>
            <a:xfrm flipH="true" flipV="false" rot="0">
              <a:off x="13462" y="0"/>
              <a:ext cx="7839504" cy="6388227"/>
            </a:xfrm>
            <a:custGeom>
              <a:avLst/>
              <a:gdLst/>
              <a:ahLst/>
              <a:cxnLst/>
              <a:rect r="r" b="b" t="t" l="l"/>
              <a:pathLst>
                <a:path h="6388227" w="7839504">
                  <a:moveTo>
                    <a:pt x="3984673" y="0"/>
                  </a:moveTo>
                  <a:lnTo>
                    <a:pt x="7539149" y="0"/>
                  </a:lnTo>
                  <a:cubicBezTo>
                    <a:pt x="7646464" y="0"/>
                    <a:pt x="7745651" y="57277"/>
                    <a:pt x="7799245" y="150114"/>
                  </a:cubicBezTo>
                  <a:cubicBezTo>
                    <a:pt x="7852839" y="242951"/>
                    <a:pt x="7852966" y="357505"/>
                    <a:pt x="7799372" y="450469"/>
                  </a:cubicBezTo>
                  <a:lnTo>
                    <a:pt x="4634659" y="5937758"/>
                  </a:lnTo>
                  <a:cubicBezTo>
                    <a:pt x="4473877" y="6216523"/>
                    <a:pt x="4176697" y="6388227"/>
                    <a:pt x="3854879" y="6388227"/>
                  </a:cubicBezTo>
                  <a:lnTo>
                    <a:pt x="300403" y="6388227"/>
                  </a:lnTo>
                  <a:cubicBezTo>
                    <a:pt x="193088" y="6388227"/>
                    <a:pt x="94028" y="6330950"/>
                    <a:pt x="40307" y="6238113"/>
                  </a:cubicBezTo>
                  <a:cubicBezTo>
                    <a:pt x="-13415" y="6145276"/>
                    <a:pt x="-13415" y="6030722"/>
                    <a:pt x="40180" y="5937758"/>
                  </a:cubicBezTo>
                  <a:lnTo>
                    <a:pt x="3204893" y="450469"/>
                  </a:lnTo>
                  <a:cubicBezTo>
                    <a:pt x="3365675" y="171704"/>
                    <a:pt x="3662982" y="0"/>
                    <a:pt x="3984673" y="0"/>
                  </a:cubicBezTo>
                  <a:close/>
                </a:path>
              </a:pathLst>
            </a:custGeom>
            <a:blipFill>
              <a:blip r:embed="rId14"/>
              <a:stretch>
                <a:fillRect l="-11115" t="0" r="-11114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338988" y="3072851"/>
            <a:ext cx="2938990" cy="1259567"/>
            <a:chOff x="0" y="0"/>
            <a:chExt cx="3918654" cy="16794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18712" cy="1679448"/>
            </a:xfrm>
            <a:custGeom>
              <a:avLst/>
              <a:gdLst/>
              <a:ahLst/>
              <a:cxnLst/>
              <a:rect r="r" b="b" t="t" l="l"/>
              <a:pathLst>
                <a:path h="1679448" w="3918712">
                  <a:moveTo>
                    <a:pt x="0" y="0"/>
                  </a:moveTo>
                  <a:lnTo>
                    <a:pt x="3918712" y="0"/>
                  </a:lnTo>
                  <a:lnTo>
                    <a:pt x="3918712" y="1679448"/>
                  </a:lnTo>
                  <a:lnTo>
                    <a:pt x="0" y="1679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258133" y="3072851"/>
            <a:ext cx="2938990" cy="1259567"/>
            <a:chOff x="0" y="0"/>
            <a:chExt cx="3918654" cy="16794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18712" cy="1679448"/>
            </a:xfrm>
            <a:custGeom>
              <a:avLst/>
              <a:gdLst/>
              <a:ahLst/>
              <a:cxnLst/>
              <a:rect r="r" b="b" t="t" l="l"/>
              <a:pathLst>
                <a:path h="1679448" w="3918712">
                  <a:moveTo>
                    <a:pt x="0" y="0"/>
                  </a:moveTo>
                  <a:lnTo>
                    <a:pt x="3918712" y="0"/>
                  </a:lnTo>
                  <a:lnTo>
                    <a:pt x="3918712" y="1679448"/>
                  </a:lnTo>
                  <a:lnTo>
                    <a:pt x="0" y="1679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174182" y="3351742"/>
            <a:ext cx="4773771" cy="701785"/>
            <a:chOff x="0" y="0"/>
            <a:chExt cx="6365028" cy="9357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64986" cy="935736"/>
            </a:xfrm>
            <a:custGeom>
              <a:avLst/>
              <a:gdLst/>
              <a:ahLst/>
              <a:cxnLst/>
              <a:rect r="r" b="b" t="t" l="l"/>
              <a:pathLst>
                <a:path h="935736" w="6364986">
                  <a:moveTo>
                    <a:pt x="0" y="0"/>
                  </a:moveTo>
                  <a:lnTo>
                    <a:pt x="6364986" y="0"/>
                  </a:lnTo>
                  <a:lnTo>
                    <a:pt x="6364986" y="935736"/>
                  </a:lnTo>
                  <a:lnTo>
                    <a:pt x="0" y="935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56936" y="5185354"/>
            <a:ext cx="2530180" cy="1084363"/>
            <a:chOff x="0" y="0"/>
            <a:chExt cx="3373574" cy="14458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73628" cy="1445768"/>
            </a:xfrm>
            <a:custGeom>
              <a:avLst/>
              <a:gdLst/>
              <a:ahLst/>
              <a:cxnLst/>
              <a:rect r="r" b="b" t="t" l="l"/>
              <a:pathLst>
                <a:path h="1445768" w="3373628">
                  <a:moveTo>
                    <a:pt x="0" y="0"/>
                  </a:moveTo>
                  <a:lnTo>
                    <a:pt x="3373628" y="0"/>
                  </a:lnTo>
                  <a:lnTo>
                    <a:pt x="3373628" y="1445768"/>
                  </a:lnTo>
                  <a:lnTo>
                    <a:pt x="0" y="1445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1" b="-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338988" y="7031583"/>
            <a:ext cx="3688244" cy="1580676"/>
            <a:chOff x="0" y="0"/>
            <a:chExt cx="4917659" cy="21075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17694" cy="2107565"/>
            </a:xfrm>
            <a:custGeom>
              <a:avLst/>
              <a:gdLst/>
              <a:ahLst/>
              <a:cxnLst/>
              <a:rect r="r" b="b" t="t" l="l"/>
              <a:pathLst>
                <a:path h="2107565" w="4917694">
                  <a:moveTo>
                    <a:pt x="0" y="0"/>
                  </a:moveTo>
                  <a:lnTo>
                    <a:pt x="4917694" y="0"/>
                  </a:lnTo>
                  <a:lnTo>
                    <a:pt x="4917694" y="2107565"/>
                  </a:lnTo>
                  <a:lnTo>
                    <a:pt x="0" y="2107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258133" y="4874049"/>
            <a:ext cx="3051806" cy="1307917"/>
            <a:chOff x="0" y="0"/>
            <a:chExt cx="4069075" cy="17438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9080" cy="1743837"/>
            </a:xfrm>
            <a:custGeom>
              <a:avLst/>
              <a:gdLst/>
              <a:ahLst/>
              <a:cxnLst/>
              <a:rect r="r" b="b" t="t" l="l"/>
              <a:pathLst>
                <a:path h="1743837" w="4069080">
                  <a:moveTo>
                    <a:pt x="0" y="0"/>
                  </a:moveTo>
                  <a:lnTo>
                    <a:pt x="4069080" y="0"/>
                  </a:lnTo>
                  <a:lnTo>
                    <a:pt x="4069080" y="1743837"/>
                  </a:lnTo>
                  <a:lnTo>
                    <a:pt x="0" y="1743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-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338988" y="5185354"/>
            <a:ext cx="3688244" cy="868274"/>
            <a:chOff x="0" y="0"/>
            <a:chExt cx="4917659" cy="11576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17694" cy="1157732"/>
            </a:xfrm>
            <a:custGeom>
              <a:avLst/>
              <a:gdLst/>
              <a:ahLst/>
              <a:cxnLst/>
              <a:rect r="r" b="b" t="t" l="l"/>
              <a:pathLst>
                <a:path h="1157732" w="4917694">
                  <a:moveTo>
                    <a:pt x="0" y="0"/>
                  </a:moveTo>
                  <a:lnTo>
                    <a:pt x="4917694" y="0"/>
                  </a:lnTo>
                  <a:lnTo>
                    <a:pt x="4917694" y="1157732"/>
                  </a:lnTo>
                  <a:lnTo>
                    <a:pt x="0" y="1157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136" r="0" b="-13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999220" y="7040570"/>
            <a:ext cx="3457717" cy="1571690"/>
            <a:chOff x="0" y="0"/>
            <a:chExt cx="4610289" cy="20955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10227" cy="2095627"/>
            </a:xfrm>
            <a:custGeom>
              <a:avLst/>
              <a:gdLst/>
              <a:ahLst/>
              <a:cxnLst/>
              <a:rect r="r" b="b" t="t" l="l"/>
              <a:pathLst>
                <a:path h="2095627" w="4610227">
                  <a:moveTo>
                    <a:pt x="0" y="0"/>
                  </a:moveTo>
                  <a:lnTo>
                    <a:pt x="4610227" y="0"/>
                  </a:lnTo>
                  <a:lnTo>
                    <a:pt x="4610227" y="2095627"/>
                  </a:lnTo>
                  <a:lnTo>
                    <a:pt x="0" y="2095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-1" b="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5673" y="-370834"/>
            <a:ext cx="2098286" cy="1817640"/>
          </a:xfrm>
          <a:custGeom>
            <a:avLst/>
            <a:gdLst/>
            <a:ahLst/>
            <a:cxnLst/>
            <a:rect r="r" b="b" t="t" l="l"/>
            <a:pathLst>
              <a:path h="1817640" w="2098286">
                <a:moveTo>
                  <a:pt x="0" y="0"/>
                </a:moveTo>
                <a:lnTo>
                  <a:pt x="2098286" y="0"/>
                </a:lnTo>
                <a:lnTo>
                  <a:pt x="2098286" y="1817640"/>
                </a:lnTo>
                <a:lnTo>
                  <a:pt x="0" y="181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5" t="0" r="-11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45100" y="-1911981"/>
            <a:ext cx="2875835" cy="2628858"/>
          </a:xfrm>
          <a:custGeom>
            <a:avLst/>
            <a:gdLst/>
            <a:ahLst/>
            <a:cxnLst/>
            <a:rect r="r" b="b" t="t" l="l"/>
            <a:pathLst>
              <a:path h="2628858" w="2875835">
                <a:moveTo>
                  <a:pt x="0" y="0"/>
                </a:moveTo>
                <a:lnTo>
                  <a:pt x="2875835" y="0"/>
                </a:lnTo>
                <a:lnTo>
                  <a:pt x="2875835" y="2628858"/>
                </a:lnTo>
                <a:lnTo>
                  <a:pt x="0" y="2628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19719" y="5488476"/>
            <a:ext cx="9841180" cy="2234363"/>
          </a:xfrm>
          <a:custGeom>
            <a:avLst/>
            <a:gdLst/>
            <a:ahLst/>
            <a:cxnLst/>
            <a:rect r="r" b="b" t="t" l="l"/>
            <a:pathLst>
              <a:path h="2234363" w="9841180">
                <a:moveTo>
                  <a:pt x="0" y="0"/>
                </a:moveTo>
                <a:lnTo>
                  <a:pt x="9841180" y="0"/>
                </a:lnTo>
                <a:lnTo>
                  <a:pt x="9841180" y="2234363"/>
                </a:lnTo>
                <a:lnTo>
                  <a:pt x="0" y="2234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50054" y="5488476"/>
            <a:ext cx="9841180" cy="2234363"/>
          </a:xfrm>
          <a:custGeom>
            <a:avLst/>
            <a:gdLst/>
            <a:ahLst/>
            <a:cxnLst/>
            <a:rect r="r" b="b" t="t" l="l"/>
            <a:pathLst>
              <a:path h="2234363" w="9841180">
                <a:moveTo>
                  <a:pt x="0" y="0"/>
                </a:moveTo>
                <a:lnTo>
                  <a:pt x="9841180" y="0"/>
                </a:lnTo>
                <a:lnTo>
                  <a:pt x="9841180" y="2234363"/>
                </a:lnTo>
                <a:lnTo>
                  <a:pt x="0" y="2234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00669" y="6174676"/>
            <a:ext cx="995164" cy="995165"/>
          </a:xfrm>
          <a:custGeom>
            <a:avLst/>
            <a:gdLst/>
            <a:ahLst/>
            <a:cxnLst/>
            <a:rect r="r" b="b" t="t" l="l"/>
            <a:pathLst>
              <a:path h="995165" w="995164">
                <a:moveTo>
                  <a:pt x="0" y="0"/>
                </a:moveTo>
                <a:lnTo>
                  <a:pt x="995164" y="0"/>
                </a:lnTo>
                <a:lnTo>
                  <a:pt x="995164" y="995165"/>
                </a:lnTo>
                <a:lnTo>
                  <a:pt x="0" y="9951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72550" y="6246558"/>
            <a:ext cx="851401" cy="851401"/>
          </a:xfrm>
          <a:custGeom>
            <a:avLst/>
            <a:gdLst/>
            <a:ahLst/>
            <a:cxnLst/>
            <a:rect r="r" b="b" t="t" l="l"/>
            <a:pathLst>
              <a:path h="851401" w="851401">
                <a:moveTo>
                  <a:pt x="0" y="0"/>
                </a:moveTo>
                <a:lnTo>
                  <a:pt x="851401" y="0"/>
                </a:lnTo>
                <a:lnTo>
                  <a:pt x="851401" y="851400"/>
                </a:lnTo>
                <a:lnTo>
                  <a:pt x="0" y="851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83336" y="5740395"/>
            <a:ext cx="8777563" cy="181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"It offers everything a user would need to run their business for a fair price. It has different functions that you can use when needed and only get charged for the usage."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Logistics Client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CargoWise Implementation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44308" y="598646"/>
            <a:ext cx="7381958" cy="5148227"/>
          </a:xfrm>
          <a:custGeom>
            <a:avLst/>
            <a:gdLst/>
            <a:ahLst/>
            <a:cxnLst/>
            <a:rect r="r" b="b" t="t" l="l"/>
            <a:pathLst>
              <a:path h="5148227" w="7381958">
                <a:moveTo>
                  <a:pt x="0" y="0"/>
                </a:moveTo>
                <a:lnTo>
                  <a:pt x="7381958" y="0"/>
                </a:lnTo>
                <a:lnTo>
                  <a:pt x="7381958" y="5148227"/>
                </a:lnTo>
                <a:lnTo>
                  <a:pt x="0" y="514822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4611" y="1654280"/>
            <a:ext cx="6629488" cy="96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b="true">
                <a:solidFill>
                  <a:srgbClr val="1D1A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SUCCESS STORY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6622" y="2935627"/>
            <a:ext cx="5665466" cy="181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D1A1B"/>
                </a:solidFill>
                <a:latin typeface="Public Sans 2"/>
                <a:ea typeface="Public Sans 2"/>
                <a:cs typeface="Public Sans 2"/>
                <a:sym typeface="Public Sans 2"/>
              </a:rPr>
              <a:t>At Infologia Technologies, client satisfaction is our top priority. Our commitment to excellence and dedication to delivering exceptional solutions has earned us widespread recognition and trust in the industry.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819719" y="3034889"/>
            <a:ext cx="9841180" cy="2234363"/>
          </a:xfrm>
          <a:custGeom>
            <a:avLst/>
            <a:gdLst/>
            <a:ahLst/>
            <a:cxnLst/>
            <a:rect r="r" b="b" t="t" l="l"/>
            <a:pathLst>
              <a:path h="2234363" w="9841180">
                <a:moveTo>
                  <a:pt x="0" y="0"/>
                </a:moveTo>
                <a:lnTo>
                  <a:pt x="9841180" y="0"/>
                </a:lnTo>
                <a:lnTo>
                  <a:pt x="9841180" y="2234363"/>
                </a:lnTo>
                <a:lnTo>
                  <a:pt x="0" y="22343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50054" y="3034889"/>
            <a:ext cx="9841180" cy="2234363"/>
          </a:xfrm>
          <a:custGeom>
            <a:avLst/>
            <a:gdLst/>
            <a:ahLst/>
            <a:cxnLst/>
            <a:rect r="r" b="b" t="t" l="l"/>
            <a:pathLst>
              <a:path h="2234363" w="9841180">
                <a:moveTo>
                  <a:pt x="0" y="0"/>
                </a:moveTo>
                <a:lnTo>
                  <a:pt x="9841180" y="0"/>
                </a:lnTo>
                <a:lnTo>
                  <a:pt x="9841180" y="2234363"/>
                </a:lnTo>
                <a:lnTo>
                  <a:pt x="0" y="2234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843458" y="3286808"/>
            <a:ext cx="8777563" cy="181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"Infologia Technologies efficiently streamlined our custom decorations process, delivering on time and within budget. Highly recommended for reliable, cost-effective IT services."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Jijesh Puliyappottammal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IT Manager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810194" y="3692686"/>
            <a:ext cx="995164" cy="995165"/>
          </a:xfrm>
          <a:custGeom>
            <a:avLst/>
            <a:gdLst/>
            <a:ahLst/>
            <a:cxnLst/>
            <a:rect r="r" b="b" t="t" l="l"/>
            <a:pathLst>
              <a:path h="995165" w="995164">
                <a:moveTo>
                  <a:pt x="0" y="0"/>
                </a:moveTo>
                <a:lnTo>
                  <a:pt x="995164" y="0"/>
                </a:lnTo>
                <a:lnTo>
                  <a:pt x="995164" y="995164"/>
                </a:lnTo>
                <a:lnTo>
                  <a:pt x="0" y="99516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882075" y="3764567"/>
            <a:ext cx="851401" cy="851401"/>
          </a:xfrm>
          <a:custGeom>
            <a:avLst/>
            <a:gdLst/>
            <a:ahLst/>
            <a:cxnLst/>
            <a:rect r="r" b="b" t="t" l="l"/>
            <a:pathLst>
              <a:path h="851401" w="851401">
                <a:moveTo>
                  <a:pt x="0" y="0"/>
                </a:moveTo>
                <a:lnTo>
                  <a:pt x="851401" y="0"/>
                </a:lnTo>
                <a:lnTo>
                  <a:pt x="851401" y="851401"/>
                </a:lnTo>
                <a:lnTo>
                  <a:pt x="0" y="8514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819719" y="7856338"/>
            <a:ext cx="9841180" cy="2234363"/>
          </a:xfrm>
          <a:custGeom>
            <a:avLst/>
            <a:gdLst/>
            <a:ahLst/>
            <a:cxnLst/>
            <a:rect r="r" b="b" t="t" l="l"/>
            <a:pathLst>
              <a:path h="2234363" w="9841180">
                <a:moveTo>
                  <a:pt x="0" y="0"/>
                </a:moveTo>
                <a:lnTo>
                  <a:pt x="9841180" y="0"/>
                </a:lnTo>
                <a:lnTo>
                  <a:pt x="9841180" y="2234363"/>
                </a:lnTo>
                <a:lnTo>
                  <a:pt x="0" y="22343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150054" y="7856338"/>
            <a:ext cx="9841180" cy="2234363"/>
          </a:xfrm>
          <a:custGeom>
            <a:avLst/>
            <a:gdLst/>
            <a:ahLst/>
            <a:cxnLst/>
            <a:rect r="r" b="b" t="t" l="l"/>
            <a:pathLst>
              <a:path h="2234363" w="9841180">
                <a:moveTo>
                  <a:pt x="0" y="0"/>
                </a:moveTo>
                <a:lnTo>
                  <a:pt x="9841180" y="0"/>
                </a:lnTo>
                <a:lnTo>
                  <a:pt x="9841180" y="2234363"/>
                </a:lnTo>
                <a:lnTo>
                  <a:pt x="0" y="2234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911911" y="8146702"/>
            <a:ext cx="8777563" cy="181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"We have two implementations and our business analysts were able to pick up the functionality quickly. All the utilities and features that this system provides have been invaluable."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Enterprise Client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Software Solutions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810194" y="8518726"/>
            <a:ext cx="995164" cy="995165"/>
          </a:xfrm>
          <a:custGeom>
            <a:avLst/>
            <a:gdLst/>
            <a:ahLst/>
            <a:cxnLst/>
            <a:rect r="r" b="b" t="t" l="l"/>
            <a:pathLst>
              <a:path h="995165" w="995164">
                <a:moveTo>
                  <a:pt x="0" y="0"/>
                </a:moveTo>
                <a:lnTo>
                  <a:pt x="995164" y="0"/>
                </a:lnTo>
                <a:lnTo>
                  <a:pt x="995164" y="995164"/>
                </a:lnTo>
                <a:lnTo>
                  <a:pt x="0" y="99516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882075" y="8590607"/>
            <a:ext cx="851401" cy="851401"/>
          </a:xfrm>
          <a:custGeom>
            <a:avLst/>
            <a:gdLst/>
            <a:ahLst/>
            <a:cxnLst/>
            <a:rect r="r" b="b" t="t" l="l"/>
            <a:pathLst>
              <a:path h="851401" w="851401">
                <a:moveTo>
                  <a:pt x="0" y="0"/>
                </a:moveTo>
                <a:lnTo>
                  <a:pt x="851401" y="0"/>
                </a:lnTo>
                <a:lnTo>
                  <a:pt x="851401" y="851401"/>
                </a:lnTo>
                <a:lnTo>
                  <a:pt x="0" y="8514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819719" y="647977"/>
            <a:ext cx="9841180" cy="2234363"/>
          </a:xfrm>
          <a:custGeom>
            <a:avLst/>
            <a:gdLst/>
            <a:ahLst/>
            <a:cxnLst/>
            <a:rect r="r" b="b" t="t" l="l"/>
            <a:pathLst>
              <a:path h="2234363" w="9841180">
                <a:moveTo>
                  <a:pt x="0" y="0"/>
                </a:moveTo>
                <a:lnTo>
                  <a:pt x="9841180" y="0"/>
                </a:lnTo>
                <a:lnTo>
                  <a:pt x="9841180" y="2234363"/>
                </a:lnTo>
                <a:lnTo>
                  <a:pt x="0" y="2234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150054" y="647977"/>
            <a:ext cx="9841180" cy="2234363"/>
          </a:xfrm>
          <a:custGeom>
            <a:avLst/>
            <a:gdLst/>
            <a:ahLst/>
            <a:cxnLst/>
            <a:rect r="r" b="b" t="t" l="l"/>
            <a:pathLst>
              <a:path h="2234363" w="9841180">
                <a:moveTo>
                  <a:pt x="0" y="0"/>
                </a:moveTo>
                <a:lnTo>
                  <a:pt x="9841180" y="0"/>
                </a:lnTo>
                <a:lnTo>
                  <a:pt x="9841180" y="2234363"/>
                </a:lnTo>
                <a:lnTo>
                  <a:pt x="0" y="2234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843458" y="899896"/>
            <a:ext cx="8777563" cy="181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"Thanks to Infologia for invaluable support in our Datawarehouse project. Their expertise and dedication were key to our success. Excited to continue working with them!"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Bharanidharan Viswanathan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Managing Director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800669" y="1315676"/>
            <a:ext cx="995164" cy="995165"/>
          </a:xfrm>
          <a:custGeom>
            <a:avLst/>
            <a:gdLst/>
            <a:ahLst/>
            <a:cxnLst/>
            <a:rect r="r" b="b" t="t" l="l"/>
            <a:pathLst>
              <a:path h="995165" w="995164">
                <a:moveTo>
                  <a:pt x="0" y="0"/>
                </a:moveTo>
                <a:lnTo>
                  <a:pt x="995164" y="0"/>
                </a:lnTo>
                <a:lnTo>
                  <a:pt x="995164" y="995165"/>
                </a:lnTo>
                <a:lnTo>
                  <a:pt x="0" y="9951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872550" y="1387558"/>
            <a:ext cx="851401" cy="851401"/>
          </a:xfrm>
          <a:custGeom>
            <a:avLst/>
            <a:gdLst/>
            <a:ahLst/>
            <a:cxnLst/>
            <a:rect r="r" b="b" t="t" l="l"/>
            <a:pathLst>
              <a:path h="851401" w="851401">
                <a:moveTo>
                  <a:pt x="0" y="0"/>
                </a:moveTo>
                <a:lnTo>
                  <a:pt x="851401" y="0"/>
                </a:lnTo>
                <a:lnTo>
                  <a:pt x="851401" y="851400"/>
                </a:lnTo>
                <a:lnTo>
                  <a:pt x="0" y="851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67525" y="5991374"/>
            <a:ext cx="7135525" cy="3266926"/>
          </a:xfrm>
          <a:custGeom>
            <a:avLst/>
            <a:gdLst/>
            <a:ahLst/>
            <a:cxnLst/>
            <a:rect r="r" b="b" t="t" l="l"/>
            <a:pathLst>
              <a:path h="3266926" w="7135525">
                <a:moveTo>
                  <a:pt x="0" y="0"/>
                </a:moveTo>
                <a:lnTo>
                  <a:pt x="7135525" y="0"/>
                </a:lnTo>
                <a:lnTo>
                  <a:pt x="7135525" y="3266926"/>
                </a:lnTo>
                <a:lnTo>
                  <a:pt x="0" y="326692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1980" y="6216953"/>
            <a:ext cx="5826616" cy="271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8"/>
              </a:lnSpc>
            </a:pPr>
            <a:r>
              <a:rPr lang="en-US" sz="4671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300+</a:t>
            </a:r>
          </a:p>
          <a:p>
            <a:pPr algn="l">
              <a:lnSpc>
                <a:spcPts val="2900"/>
              </a:lnSpc>
            </a:pPr>
          </a:p>
          <a:p>
            <a:pPr algn="l">
              <a:lnSpc>
                <a:spcPts val="2900"/>
              </a:lnSpc>
            </a:pPr>
          </a:p>
          <a:p>
            <a:pPr algn="l">
              <a:lnSpc>
                <a:spcPts val="2900"/>
              </a:lnSpc>
            </a:pPr>
          </a:p>
          <a:p>
            <a:pPr algn="l">
              <a:lnSpc>
                <a:spcPts val="2900"/>
              </a:lnSpc>
            </a:pPr>
            <a:r>
              <a:rPr lang="en-US" sz="2071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Five-star ratings from satisfied clients across industries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668075" y="7269896"/>
            <a:ext cx="814915" cy="780281"/>
          </a:xfrm>
          <a:custGeom>
            <a:avLst/>
            <a:gdLst/>
            <a:ahLst/>
            <a:cxnLst/>
            <a:rect r="r" b="b" t="t" l="l"/>
            <a:pathLst>
              <a:path h="780281" w="814915">
                <a:moveTo>
                  <a:pt x="0" y="0"/>
                </a:moveTo>
                <a:lnTo>
                  <a:pt x="814914" y="0"/>
                </a:lnTo>
                <a:lnTo>
                  <a:pt x="814914" y="780281"/>
                </a:lnTo>
                <a:lnTo>
                  <a:pt x="0" y="78028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210" t="0" r="-21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599941" y="7269896"/>
            <a:ext cx="814915" cy="780281"/>
          </a:xfrm>
          <a:custGeom>
            <a:avLst/>
            <a:gdLst/>
            <a:ahLst/>
            <a:cxnLst/>
            <a:rect r="r" b="b" t="t" l="l"/>
            <a:pathLst>
              <a:path h="780281" w="814915">
                <a:moveTo>
                  <a:pt x="0" y="0"/>
                </a:moveTo>
                <a:lnTo>
                  <a:pt x="814915" y="0"/>
                </a:lnTo>
                <a:lnTo>
                  <a:pt x="814915" y="780281"/>
                </a:lnTo>
                <a:lnTo>
                  <a:pt x="0" y="78028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210" t="0" r="-21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529156" y="7269896"/>
            <a:ext cx="814915" cy="780281"/>
          </a:xfrm>
          <a:custGeom>
            <a:avLst/>
            <a:gdLst/>
            <a:ahLst/>
            <a:cxnLst/>
            <a:rect r="r" b="b" t="t" l="l"/>
            <a:pathLst>
              <a:path h="780281" w="814915">
                <a:moveTo>
                  <a:pt x="0" y="0"/>
                </a:moveTo>
                <a:lnTo>
                  <a:pt x="814915" y="0"/>
                </a:lnTo>
                <a:lnTo>
                  <a:pt x="814915" y="780281"/>
                </a:lnTo>
                <a:lnTo>
                  <a:pt x="0" y="78028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210" t="0" r="-21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458371" y="7269896"/>
            <a:ext cx="814915" cy="780281"/>
          </a:xfrm>
          <a:custGeom>
            <a:avLst/>
            <a:gdLst/>
            <a:ahLst/>
            <a:cxnLst/>
            <a:rect r="r" b="b" t="t" l="l"/>
            <a:pathLst>
              <a:path h="780281" w="814915">
                <a:moveTo>
                  <a:pt x="0" y="0"/>
                </a:moveTo>
                <a:lnTo>
                  <a:pt x="814915" y="0"/>
                </a:lnTo>
                <a:lnTo>
                  <a:pt x="814915" y="780281"/>
                </a:lnTo>
                <a:lnTo>
                  <a:pt x="0" y="78028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210" t="0" r="-21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387586" y="7269896"/>
            <a:ext cx="814915" cy="780281"/>
          </a:xfrm>
          <a:custGeom>
            <a:avLst/>
            <a:gdLst/>
            <a:ahLst/>
            <a:cxnLst/>
            <a:rect r="r" b="b" t="t" l="l"/>
            <a:pathLst>
              <a:path h="780281" w="814915">
                <a:moveTo>
                  <a:pt x="0" y="0"/>
                </a:moveTo>
                <a:lnTo>
                  <a:pt x="814914" y="0"/>
                </a:lnTo>
                <a:lnTo>
                  <a:pt x="814914" y="780281"/>
                </a:lnTo>
                <a:lnTo>
                  <a:pt x="0" y="78028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210" t="0" r="-21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33808" y="5648288"/>
            <a:ext cx="5461347" cy="4990084"/>
          </a:xfrm>
          <a:custGeom>
            <a:avLst/>
            <a:gdLst/>
            <a:ahLst/>
            <a:cxnLst/>
            <a:rect r="r" b="b" t="t" l="l"/>
            <a:pathLst>
              <a:path h="4990084" w="5461347">
                <a:moveTo>
                  <a:pt x="0" y="0"/>
                </a:moveTo>
                <a:lnTo>
                  <a:pt x="5461347" y="0"/>
                </a:lnTo>
                <a:lnTo>
                  <a:pt x="5461347" y="4990084"/>
                </a:lnTo>
                <a:lnTo>
                  <a:pt x="0" y="4990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95065" y="-524788"/>
            <a:ext cx="10378555" cy="9641360"/>
          </a:xfrm>
          <a:custGeom>
            <a:avLst/>
            <a:gdLst/>
            <a:ahLst/>
            <a:cxnLst/>
            <a:rect r="r" b="b" t="t" l="l"/>
            <a:pathLst>
              <a:path h="9641360" w="10378555">
                <a:moveTo>
                  <a:pt x="0" y="0"/>
                </a:moveTo>
                <a:lnTo>
                  <a:pt x="10378555" y="0"/>
                </a:lnTo>
                <a:lnTo>
                  <a:pt x="10378555" y="9641360"/>
                </a:lnTo>
                <a:lnTo>
                  <a:pt x="0" y="9641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96700" y="7419580"/>
            <a:ext cx="1640142" cy="1535821"/>
          </a:xfrm>
          <a:custGeom>
            <a:avLst/>
            <a:gdLst/>
            <a:ahLst/>
            <a:cxnLst/>
            <a:rect r="r" b="b" t="t" l="l"/>
            <a:pathLst>
              <a:path h="1535821" w="1640142">
                <a:moveTo>
                  <a:pt x="0" y="0"/>
                </a:moveTo>
                <a:lnTo>
                  <a:pt x="1640142" y="0"/>
                </a:lnTo>
                <a:lnTo>
                  <a:pt x="1640142" y="1535821"/>
                </a:lnTo>
                <a:lnTo>
                  <a:pt x="0" y="15358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9785" y="7847617"/>
            <a:ext cx="816565" cy="777778"/>
          </a:xfrm>
          <a:custGeom>
            <a:avLst/>
            <a:gdLst/>
            <a:ahLst/>
            <a:cxnLst/>
            <a:rect r="r" b="b" t="t" l="l"/>
            <a:pathLst>
              <a:path h="777778" w="816565">
                <a:moveTo>
                  <a:pt x="0" y="0"/>
                </a:moveTo>
                <a:lnTo>
                  <a:pt x="816565" y="0"/>
                </a:lnTo>
                <a:lnTo>
                  <a:pt x="816565" y="777779"/>
                </a:lnTo>
                <a:lnTo>
                  <a:pt x="0" y="7777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62" r="0" b="-66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3345963" y="-1011443"/>
            <a:ext cx="9317621" cy="9995723"/>
            <a:chOff x="0" y="0"/>
            <a:chExt cx="12423495" cy="133276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7410" y="63500"/>
              <a:ext cx="10736389" cy="11728324"/>
            </a:xfrm>
            <a:custGeom>
              <a:avLst/>
              <a:gdLst/>
              <a:ahLst/>
              <a:cxnLst/>
              <a:rect r="r" b="b" t="t" l="l"/>
              <a:pathLst>
                <a:path h="11728324" w="10736389">
                  <a:moveTo>
                    <a:pt x="10604532" y="6352667"/>
                  </a:moveTo>
                  <a:lnTo>
                    <a:pt x="7761129" y="11239881"/>
                  </a:lnTo>
                  <a:cubicBezTo>
                    <a:pt x="7585107" y="11542268"/>
                    <a:pt x="7261638" y="11728324"/>
                    <a:pt x="6911753" y="11728324"/>
                  </a:cubicBezTo>
                  <a:lnTo>
                    <a:pt x="3824510" y="11728324"/>
                  </a:lnTo>
                  <a:cubicBezTo>
                    <a:pt x="3474625" y="11728324"/>
                    <a:pt x="3151156" y="11542268"/>
                    <a:pt x="2975134" y="11239881"/>
                  </a:cubicBezTo>
                  <a:lnTo>
                    <a:pt x="131731" y="6352667"/>
                  </a:lnTo>
                  <a:cubicBezTo>
                    <a:pt x="-43910" y="6050661"/>
                    <a:pt x="-43910" y="5677662"/>
                    <a:pt x="131731" y="5375656"/>
                  </a:cubicBezTo>
                  <a:lnTo>
                    <a:pt x="2975261" y="488442"/>
                  </a:lnTo>
                  <a:cubicBezTo>
                    <a:pt x="3151156" y="186055"/>
                    <a:pt x="3474625" y="0"/>
                    <a:pt x="3824510" y="0"/>
                  </a:cubicBezTo>
                  <a:lnTo>
                    <a:pt x="6911753" y="0"/>
                  </a:lnTo>
                  <a:cubicBezTo>
                    <a:pt x="7261638" y="0"/>
                    <a:pt x="7585107" y="186055"/>
                    <a:pt x="7761129" y="488442"/>
                  </a:cubicBezTo>
                  <a:lnTo>
                    <a:pt x="10604659" y="5375656"/>
                  </a:lnTo>
                  <a:cubicBezTo>
                    <a:pt x="10780300" y="5677662"/>
                    <a:pt x="10780300" y="6050661"/>
                    <a:pt x="10604659" y="6352540"/>
                  </a:cubicBezTo>
                  <a:close/>
                </a:path>
              </a:pathLst>
            </a:custGeom>
            <a:blipFill>
              <a:blip r:embed="rId11"/>
              <a:stretch>
                <a:fillRect l="-36244" t="-541" r="-49957" b="-13094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3879" y="0"/>
              <a:ext cx="10863453" cy="11855323"/>
            </a:xfrm>
            <a:custGeom>
              <a:avLst/>
              <a:gdLst/>
              <a:ahLst/>
              <a:cxnLst/>
              <a:rect r="r" b="b" t="t" l="l"/>
              <a:pathLst>
                <a:path h="11855323" w="10863453">
                  <a:moveTo>
                    <a:pt x="10723054" y="6448044"/>
                  </a:moveTo>
                  <a:lnTo>
                    <a:pt x="7879524" y="11335258"/>
                  </a:lnTo>
                  <a:cubicBezTo>
                    <a:pt x="7692199" y="11657202"/>
                    <a:pt x="7347775" y="11855323"/>
                    <a:pt x="6975284" y="11855323"/>
                  </a:cubicBezTo>
                  <a:lnTo>
                    <a:pt x="6975284" y="11791823"/>
                  </a:lnTo>
                  <a:lnTo>
                    <a:pt x="6975284" y="11855323"/>
                  </a:lnTo>
                  <a:lnTo>
                    <a:pt x="3888041" y="11855323"/>
                  </a:lnTo>
                  <a:lnTo>
                    <a:pt x="3888041" y="11791823"/>
                  </a:lnTo>
                  <a:lnTo>
                    <a:pt x="3888041" y="11855323"/>
                  </a:lnTo>
                  <a:cubicBezTo>
                    <a:pt x="3515550" y="11855323"/>
                    <a:pt x="3171126" y="11657202"/>
                    <a:pt x="2983801" y="11335258"/>
                  </a:cubicBezTo>
                  <a:lnTo>
                    <a:pt x="3038665" y="11303381"/>
                  </a:lnTo>
                  <a:lnTo>
                    <a:pt x="2983801" y="11335258"/>
                  </a:lnTo>
                  <a:lnTo>
                    <a:pt x="140398" y="6448044"/>
                  </a:lnTo>
                  <a:lnTo>
                    <a:pt x="195262" y="6416167"/>
                  </a:lnTo>
                  <a:lnTo>
                    <a:pt x="140398" y="6448044"/>
                  </a:lnTo>
                  <a:cubicBezTo>
                    <a:pt x="-46800" y="6126353"/>
                    <a:pt x="-46800" y="5728970"/>
                    <a:pt x="140398" y="5407279"/>
                  </a:cubicBezTo>
                  <a:lnTo>
                    <a:pt x="195262" y="5439156"/>
                  </a:lnTo>
                  <a:lnTo>
                    <a:pt x="140398" y="5407279"/>
                  </a:lnTo>
                  <a:lnTo>
                    <a:pt x="2983928" y="520065"/>
                  </a:lnTo>
                  <a:lnTo>
                    <a:pt x="3038792" y="551942"/>
                  </a:lnTo>
                  <a:lnTo>
                    <a:pt x="2983928" y="520065"/>
                  </a:lnTo>
                  <a:cubicBezTo>
                    <a:pt x="3171253" y="198120"/>
                    <a:pt x="3515550" y="0"/>
                    <a:pt x="3888041" y="0"/>
                  </a:cubicBezTo>
                  <a:lnTo>
                    <a:pt x="3888041" y="63500"/>
                  </a:lnTo>
                  <a:lnTo>
                    <a:pt x="3888041" y="0"/>
                  </a:lnTo>
                  <a:lnTo>
                    <a:pt x="6975284" y="0"/>
                  </a:lnTo>
                  <a:lnTo>
                    <a:pt x="6975284" y="63500"/>
                  </a:lnTo>
                  <a:lnTo>
                    <a:pt x="6975284" y="0"/>
                  </a:lnTo>
                  <a:cubicBezTo>
                    <a:pt x="7347775" y="0"/>
                    <a:pt x="7692199" y="198120"/>
                    <a:pt x="7879524" y="520065"/>
                  </a:cubicBezTo>
                  <a:lnTo>
                    <a:pt x="10723054" y="5407279"/>
                  </a:lnTo>
                  <a:lnTo>
                    <a:pt x="10668190" y="5439156"/>
                  </a:lnTo>
                  <a:lnTo>
                    <a:pt x="10723054" y="5407279"/>
                  </a:lnTo>
                  <a:cubicBezTo>
                    <a:pt x="10910252" y="5728970"/>
                    <a:pt x="10910252" y="6126353"/>
                    <a:pt x="10723054" y="6448044"/>
                  </a:cubicBezTo>
                  <a:lnTo>
                    <a:pt x="10668190" y="6416167"/>
                  </a:lnTo>
                  <a:lnTo>
                    <a:pt x="10723054" y="6448044"/>
                  </a:lnTo>
                  <a:moveTo>
                    <a:pt x="10613326" y="6384163"/>
                  </a:moveTo>
                  <a:cubicBezTo>
                    <a:pt x="10777537" y="6101969"/>
                    <a:pt x="10777537" y="5753354"/>
                    <a:pt x="10613326" y="5471160"/>
                  </a:cubicBezTo>
                  <a:lnTo>
                    <a:pt x="7769796" y="583946"/>
                  </a:lnTo>
                  <a:lnTo>
                    <a:pt x="7824660" y="552069"/>
                  </a:lnTo>
                  <a:lnTo>
                    <a:pt x="7769796" y="583946"/>
                  </a:lnTo>
                  <a:cubicBezTo>
                    <a:pt x="7605204" y="300990"/>
                    <a:pt x="7302563" y="127000"/>
                    <a:pt x="6975284" y="127000"/>
                  </a:cubicBezTo>
                  <a:lnTo>
                    <a:pt x="3888041" y="127000"/>
                  </a:lnTo>
                  <a:cubicBezTo>
                    <a:pt x="3560762" y="127000"/>
                    <a:pt x="3258121" y="300990"/>
                    <a:pt x="3093656" y="583946"/>
                  </a:cubicBezTo>
                  <a:lnTo>
                    <a:pt x="250126" y="5471160"/>
                  </a:lnTo>
                  <a:cubicBezTo>
                    <a:pt x="85915" y="5753354"/>
                    <a:pt x="85915" y="6101969"/>
                    <a:pt x="250126" y="6384163"/>
                  </a:cubicBezTo>
                  <a:lnTo>
                    <a:pt x="3093656" y="11271377"/>
                  </a:lnTo>
                  <a:cubicBezTo>
                    <a:pt x="3258248" y="11554206"/>
                    <a:pt x="3560762" y="11728323"/>
                    <a:pt x="3888041" y="11728323"/>
                  </a:cubicBezTo>
                  <a:lnTo>
                    <a:pt x="6975284" y="11728323"/>
                  </a:lnTo>
                  <a:cubicBezTo>
                    <a:pt x="7302563" y="11728323"/>
                    <a:pt x="7605077" y="11554333"/>
                    <a:pt x="7769669" y="11271377"/>
                  </a:cubicBezTo>
                  <a:lnTo>
                    <a:pt x="7824533" y="11303254"/>
                  </a:lnTo>
                  <a:lnTo>
                    <a:pt x="7769669" y="11271377"/>
                  </a:lnTo>
                  <a:lnTo>
                    <a:pt x="10613199" y="6384163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7353578">
            <a:off x="1002137" y="5662902"/>
            <a:ext cx="6279545" cy="1610757"/>
            <a:chOff x="0" y="0"/>
            <a:chExt cx="8372727" cy="21476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72729" cy="2147697"/>
            </a:xfrm>
            <a:custGeom>
              <a:avLst/>
              <a:gdLst/>
              <a:ahLst/>
              <a:cxnLst/>
              <a:rect r="r" b="b" t="t" l="l"/>
              <a:pathLst>
                <a:path h="2147697" w="8372729">
                  <a:moveTo>
                    <a:pt x="0" y="0"/>
                  </a:moveTo>
                  <a:lnTo>
                    <a:pt x="8372729" y="0"/>
                  </a:lnTo>
                  <a:lnTo>
                    <a:pt x="8372729" y="2147697"/>
                  </a:lnTo>
                  <a:lnTo>
                    <a:pt x="0" y="214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5000"/>
              </a:blip>
              <a:stretch>
                <a:fillRect l="0" t="-1147" r="0" b="-114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-10800000">
            <a:off x="-3034299" y="7656045"/>
            <a:ext cx="6279545" cy="1610757"/>
            <a:chOff x="0" y="0"/>
            <a:chExt cx="8372727" cy="21476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2729" cy="2147697"/>
            </a:xfrm>
            <a:custGeom>
              <a:avLst/>
              <a:gdLst/>
              <a:ahLst/>
              <a:cxnLst/>
              <a:rect r="r" b="b" t="t" l="l"/>
              <a:pathLst>
                <a:path h="2147697" w="8372729">
                  <a:moveTo>
                    <a:pt x="0" y="0"/>
                  </a:moveTo>
                  <a:lnTo>
                    <a:pt x="8372729" y="0"/>
                  </a:lnTo>
                  <a:lnTo>
                    <a:pt x="8372729" y="2147697"/>
                  </a:lnTo>
                  <a:lnTo>
                    <a:pt x="0" y="214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5000"/>
              </a:blip>
              <a:stretch>
                <a:fillRect l="0" t="-1147" r="0" b="-1146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730709" y="1491727"/>
            <a:ext cx="1486148" cy="1394460"/>
          </a:xfrm>
          <a:custGeom>
            <a:avLst/>
            <a:gdLst/>
            <a:ahLst/>
            <a:cxnLst/>
            <a:rect r="r" b="b" t="t" l="l"/>
            <a:pathLst>
              <a:path h="1394460" w="1486148">
                <a:moveTo>
                  <a:pt x="0" y="0"/>
                </a:moveTo>
                <a:lnTo>
                  <a:pt x="1486148" y="0"/>
                </a:lnTo>
                <a:lnTo>
                  <a:pt x="1486148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093247" y="1818001"/>
            <a:ext cx="761072" cy="761072"/>
          </a:xfrm>
          <a:custGeom>
            <a:avLst/>
            <a:gdLst/>
            <a:ahLst/>
            <a:cxnLst/>
            <a:rect r="r" b="b" t="t" l="l"/>
            <a:pathLst>
              <a:path h="761072" w="761072">
                <a:moveTo>
                  <a:pt x="0" y="0"/>
                </a:moveTo>
                <a:lnTo>
                  <a:pt x="761073" y="0"/>
                </a:lnTo>
                <a:lnTo>
                  <a:pt x="761073" y="761073"/>
                </a:lnTo>
                <a:lnTo>
                  <a:pt x="0" y="76107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875" t="0" r="-187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178984" y="3860934"/>
            <a:ext cx="2108673" cy="1965917"/>
          </a:xfrm>
          <a:custGeom>
            <a:avLst/>
            <a:gdLst/>
            <a:ahLst/>
            <a:cxnLst/>
            <a:rect r="r" b="b" t="t" l="l"/>
            <a:pathLst>
              <a:path h="1965917" w="2108673">
                <a:moveTo>
                  <a:pt x="0" y="0"/>
                </a:moveTo>
                <a:lnTo>
                  <a:pt x="2108672" y="0"/>
                </a:lnTo>
                <a:lnTo>
                  <a:pt x="2108672" y="1965917"/>
                </a:lnTo>
                <a:lnTo>
                  <a:pt x="0" y="196591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725881" y="4308792"/>
            <a:ext cx="1014874" cy="1178373"/>
          </a:xfrm>
          <a:custGeom>
            <a:avLst/>
            <a:gdLst/>
            <a:ahLst/>
            <a:cxnLst/>
            <a:rect r="r" b="b" t="t" l="l"/>
            <a:pathLst>
              <a:path h="1178373" w="1014874">
                <a:moveTo>
                  <a:pt x="0" y="0"/>
                </a:moveTo>
                <a:lnTo>
                  <a:pt x="1014874" y="0"/>
                </a:lnTo>
                <a:lnTo>
                  <a:pt x="1014874" y="1178373"/>
                </a:lnTo>
                <a:lnTo>
                  <a:pt x="0" y="11783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043734" y="9851941"/>
            <a:ext cx="6154891" cy="592292"/>
          </a:xfrm>
          <a:custGeom>
            <a:avLst/>
            <a:gdLst/>
            <a:ahLst/>
            <a:cxnLst/>
            <a:rect r="r" b="b" t="t" l="l"/>
            <a:pathLst>
              <a:path h="592292" w="6154891">
                <a:moveTo>
                  <a:pt x="0" y="0"/>
                </a:moveTo>
                <a:lnTo>
                  <a:pt x="6154891" y="0"/>
                </a:lnTo>
                <a:lnTo>
                  <a:pt x="6154891" y="592292"/>
                </a:lnTo>
                <a:lnTo>
                  <a:pt x="0" y="59229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263195" r="0" b="-263195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744928" y="-2814172"/>
            <a:ext cx="5086149" cy="5585195"/>
          </a:xfrm>
          <a:custGeom>
            <a:avLst/>
            <a:gdLst/>
            <a:ahLst/>
            <a:cxnLst/>
            <a:rect r="r" b="b" t="t" l="l"/>
            <a:pathLst>
              <a:path h="5585195" w="5086149">
                <a:moveTo>
                  <a:pt x="0" y="0"/>
                </a:moveTo>
                <a:lnTo>
                  <a:pt x="5086149" y="0"/>
                </a:lnTo>
                <a:lnTo>
                  <a:pt x="5086149" y="5585195"/>
                </a:lnTo>
                <a:lnTo>
                  <a:pt x="0" y="558519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675504" y="10059862"/>
            <a:ext cx="1351009" cy="454277"/>
          </a:xfrm>
          <a:custGeom>
            <a:avLst/>
            <a:gdLst/>
            <a:ahLst/>
            <a:cxnLst/>
            <a:rect r="r" b="b" t="t" l="l"/>
            <a:pathLst>
              <a:path h="454277" w="1351009">
                <a:moveTo>
                  <a:pt x="0" y="0"/>
                </a:moveTo>
                <a:lnTo>
                  <a:pt x="1351009" y="0"/>
                </a:lnTo>
                <a:lnTo>
                  <a:pt x="1351009" y="454277"/>
                </a:lnTo>
                <a:lnTo>
                  <a:pt x="0" y="45427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-264" r="0" b="-264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271153" y="9961423"/>
            <a:ext cx="961113" cy="651154"/>
          </a:xfrm>
          <a:custGeom>
            <a:avLst/>
            <a:gdLst/>
            <a:ahLst/>
            <a:cxnLst/>
            <a:rect r="r" b="b" t="t" l="l"/>
            <a:pathLst>
              <a:path h="651154" w="961113">
                <a:moveTo>
                  <a:pt x="0" y="0"/>
                </a:moveTo>
                <a:lnTo>
                  <a:pt x="961113" y="0"/>
                </a:lnTo>
                <a:lnTo>
                  <a:pt x="961113" y="651154"/>
                </a:lnTo>
                <a:lnTo>
                  <a:pt x="0" y="651154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-418" r="0" b="-418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884204" y="4548381"/>
            <a:ext cx="9841180" cy="1592512"/>
          </a:xfrm>
          <a:custGeom>
            <a:avLst/>
            <a:gdLst/>
            <a:ahLst/>
            <a:cxnLst/>
            <a:rect r="r" b="b" t="t" l="l"/>
            <a:pathLst>
              <a:path h="1592512" w="9841180">
                <a:moveTo>
                  <a:pt x="0" y="0"/>
                </a:moveTo>
                <a:lnTo>
                  <a:pt x="9841180" y="0"/>
                </a:lnTo>
                <a:lnTo>
                  <a:pt x="9841180" y="1592512"/>
                </a:lnTo>
                <a:lnTo>
                  <a:pt x="0" y="159251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214539" y="4548381"/>
            <a:ext cx="9822130" cy="1592512"/>
          </a:xfrm>
          <a:custGeom>
            <a:avLst/>
            <a:gdLst/>
            <a:ahLst/>
            <a:cxnLst/>
            <a:rect r="r" b="b" t="t" l="l"/>
            <a:pathLst>
              <a:path h="1592512" w="9822130">
                <a:moveTo>
                  <a:pt x="0" y="0"/>
                </a:moveTo>
                <a:lnTo>
                  <a:pt x="9822130" y="0"/>
                </a:lnTo>
                <a:lnTo>
                  <a:pt x="9822130" y="1592512"/>
                </a:lnTo>
                <a:lnTo>
                  <a:pt x="0" y="159251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907943" y="4902450"/>
            <a:ext cx="8777563" cy="110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Great Work. Professional Team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New Globe Logistik LLP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865154" y="4937468"/>
            <a:ext cx="995164" cy="995164"/>
          </a:xfrm>
          <a:custGeom>
            <a:avLst/>
            <a:gdLst/>
            <a:ahLst/>
            <a:cxnLst/>
            <a:rect r="r" b="b" t="t" l="l"/>
            <a:pathLst>
              <a:path h="995164" w="995164">
                <a:moveTo>
                  <a:pt x="0" y="0"/>
                </a:moveTo>
                <a:lnTo>
                  <a:pt x="995164" y="0"/>
                </a:lnTo>
                <a:lnTo>
                  <a:pt x="995164" y="995164"/>
                </a:lnTo>
                <a:lnTo>
                  <a:pt x="0" y="99516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937035" y="5009349"/>
            <a:ext cx="851401" cy="851401"/>
          </a:xfrm>
          <a:custGeom>
            <a:avLst/>
            <a:gdLst/>
            <a:ahLst/>
            <a:cxnLst/>
            <a:rect r="r" b="b" t="t" l="l"/>
            <a:pathLst>
              <a:path h="851401" w="851401">
                <a:moveTo>
                  <a:pt x="0" y="0"/>
                </a:moveTo>
                <a:lnTo>
                  <a:pt x="851401" y="0"/>
                </a:lnTo>
                <a:lnTo>
                  <a:pt x="851401" y="851401"/>
                </a:lnTo>
                <a:lnTo>
                  <a:pt x="0" y="851401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865154" y="2609350"/>
            <a:ext cx="9841181" cy="1956094"/>
          </a:xfrm>
          <a:custGeom>
            <a:avLst/>
            <a:gdLst/>
            <a:ahLst/>
            <a:cxnLst/>
            <a:rect r="r" b="b" t="t" l="l"/>
            <a:pathLst>
              <a:path h="1956094" w="9841181">
                <a:moveTo>
                  <a:pt x="0" y="0"/>
                </a:moveTo>
                <a:lnTo>
                  <a:pt x="9841181" y="0"/>
                </a:lnTo>
                <a:lnTo>
                  <a:pt x="9841181" y="1956094"/>
                </a:lnTo>
                <a:lnTo>
                  <a:pt x="0" y="1956094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195489" y="2609350"/>
            <a:ext cx="9841181" cy="1956094"/>
          </a:xfrm>
          <a:custGeom>
            <a:avLst/>
            <a:gdLst/>
            <a:ahLst/>
            <a:cxnLst/>
            <a:rect r="r" b="b" t="t" l="l"/>
            <a:pathLst>
              <a:path h="1956094" w="9841181">
                <a:moveTo>
                  <a:pt x="0" y="0"/>
                </a:moveTo>
                <a:lnTo>
                  <a:pt x="9841181" y="0"/>
                </a:lnTo>
                <a:lnTo>
                  <a:pt x="9841181" y="1956094"/>
                </a:lnTo>
                <a:lnTo>
                  <a:pt x="0" y="1956094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888893" y="2836435"/>
            <a:ext cx="8777564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Infologia team had a very good understanding of our requirements and completed the project within the timeframe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AJ Worldwide Services Inc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846104" y="3180228"/>
            <a:ext cx="995164" cy="995164"/>
          </a:xfrm>
          <a:custGeom>
            <a:avLst/>
            <a:gdLst/>
            <a:ahLst/>
            <a:cxnLst/>
            <a:rect r="r" b="b" t="t" l="l"/>
            <a:pathLst>
              <a:path h="995164" w="995164">
                <a:moveTo>
                  <a:pt x="0" y="0"/>
                </a:moveTo>
                <a:lnTo>
                  <a:pt x="995164" y="0"/>
                </a:lnTo>
                <a:lnTo>
                  <a:pt x="995164" y="995164"/>
                </a:lnTo>
                <a:lnTo>
                  <a:pt x="0" y="99516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917985" y="3252110"/>
            <a:ext cx="851401" cy="851401"/>
          </a:xfrm>
          <a:custGeom>
            <a:avLst/>
            <a:gdLst/>
            <a:ahLst/>
            <a:cxnLst/>
            <a:rect r="r" b="b" t="t" l="l"/>
            <a:pathLst>
              <a:path h="851401" w="851401">
                <a:moveTo>
                  <a:pt x="0" y="0"/>
                </a:moveTo>
                <a:lnTo>
                  <a:pt x="851401" y="0"/>
                </a:lnTo>
                <a:lnTo>
                  <a:pt x="851401" y="851401"/>
                </a:lnTo>
                <a:lnTo>
                  <a:pt x="0" y="851401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865154" y="6123830"/>
            <a:ext cx="9841180" cy="3613811"/>
          </a:xfrm>
          <a:custGeom>
            <a:avLst/>
            <a:gdLst/>
            <a:ahLst/>
            <a:cxnLst/>
            <a:rect r="r" b="b" t="t" l="l"/>
            <a:pathLst>
              <a:path h="3613811" w="9841180">
                <a:moveTo>
                  <a:pt x="0" y="0"/>
                </a:moveTo>
                <a:lnTo>
                  <a:pt x="9841180" y="0"/>
                </a:lnTo>
                <a:lnTo>
                  <a:pt x="9841180" y="3613811"/>
                </a:lnTo>
                <a:lnTo>
                  <a:pt x="0" y="3613811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195489" y="6123830"/>
            <a:ext cx="9841180" cy="3613811"/>
          </a:xfrm>
          <a:custGeom>
            <a:avLst/>
            <a:gdLst/>
            <a:ahLst/>
            <a:cxnLst/>
            <a:rect r="r" b="b" t="t" l="l"/>
            <a:pathLst>
              <a:path h="3613811" w="9841180">
                <a:moveTo>
                  <a:pt x="0" y="0"/>
                </a:moveTo>
                <a:lnTo>
                  <a:pt x="9841180" y="0"/>
                </a:lnTo>
                <a:lnTo>
                  <a:pt x="9841180" y="3613811"/>
                </a:lnTo>
                <a:lnTo>
                  <a:pt x="0" y="3613811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8841268" y="6360623"/>
            <a:ext cx="8777563" cy="322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We want to extend our heartfelt thanks to infologia for their invaluable support during our datawarehouse project. Their expertise in using our datawarehouse tool efficiently has been a game - changer, enabling us to make informed decisions and drive our initiatives forward. infologia’s dedication to excellence and top - notch customer service have been key to the project’s success, and we’re excited to continue working with them in the future.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Intoglo Private Limited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7846104" y="7352878"/>
            <a:ext cx="995164" cy="995165"/>
          </a:xfrm>
          <a:custGeom>
            <a:avLst/>
            <a:gdLst/>
            <a:ahLst/>
            <a:cxnLst/>
            <a:rect r="r" b="b" t="t" l="l"/>
            <a:pathLst>
              <a:path h="995165" w="995164">
                <a:moveTo>
                  <a:pt x="0" y="0"/>
                </a:moveTo>
                <a:lnTo>
                  <a:pt x="995164" y="0"/>
                </a:lnTo>
                <a:lnTo>
                  <a:pt x="995164" y="995164"/>
                </a:lnTo>
                <a:lnTo>
                  <a:pt x="0" y="99516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917985" y="7424759"/>
            <a:ext cx="851401" cy="851401"/>
          </a:xfrm>
          <a:custGeom>
            <a:avLst/>
            <a:gdLst/>
            <a:ahLst/>
            <a:cxnLst/>
            <a:rect r="r" b="b" t="t" l="l"/>
            <a:pathLst>
              <a:path h="851401" w="851401">
                <a:moveTo>
                  <a:pt x="0" y="0"/>
                </a:moveTo>
                <a:lnTo>
                  <a:pt x="851401" y="0"/>
                </a:lnTo>
                <a:lnTo>
                  <a:pt x="851401" y="851401"/>
                </a:lnTo>
                <a:lnTo>
                  <a:pt x="0" y="851401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661466" y="3086100"/>
            <a:ext cx="1184638" cy="981769"/>
          </a:xfrm>
          <a:custGeom>
            <a:avLst/>
            <a:gdLst/>
            <a:ahLst/>
            <a:cxnLst/>
            <a:rect r="r" b="b" t="t" l="l"/>
            <a:pathLst>
              <a:path h="981769" w="1184638">
                <a:moveTo>
                  <a:pt x="0" y="0"/>
                </a:moveTo>
                <a:lnTo>
                  <a:pt x="1184638" y="0"/>
                </a:lnTo>
                <a:lnTo>
                  <a:pt x="1184638" y="981769"/>
                </a:lnTo>
                <a:lnTo>
                  <a:pt x="0" y="981769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-196" r="0" b="-196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7304116" y="249661"/>
            <a:ext cx="7899258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b="true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CLIENTS TESTIMONIALS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53652" y="-3704493"/>
            <a:ext cx="8498911" cy="5095555"/>
          </a:xfrm>
          <a:custGeom>
            <a:avLst/>
            <a:gdLst/>
            <a:ahLst/>
            <a:cxnLst/>
            <a:rect r="r" b="b" t="t" l="l"/>
            <a:pathLst>
              <a:path h="5095555" w="8498911">
                <a:moveTo>
                  <a:pt x="0" y="0"/>
                </a:moveTo>
                <a:lnTo>
                  <a:pt x="8498911" y="0"/>
                </a:lnTo>
                <a:lnTo>
                  <a:pt x="8498911" y="5095555"/>
                </a:lnTo>
                <a:lnTo>
                  <a:pt x="0" y="50955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176984">
            <a:off x="11480286" y="3457851"/>
            <a:ext cx="14260162" cy="7068925"/>
          </a:xfrm>
          <a:custGeom>
            <a:avLst/>
            <a:gdLst/>
            <a:ahLst/>
            <a:cxnLst/>
            <a:rect r="r" b="b" t="t" l="l"/>
            <a:pathLst>
              <a:path h="7068925" w="14260162">
                <a:moveTo>
                  <a:pt x="0" y="0"/>
                </a:moveTo>
                <a:lnTo>
                  <a:pt x="14260162" y="0"/>
                </a:lnTo>
                <a:lnTo>
                  <a:pt x="14260162" y="7068925"/>
                </a:lnTo>
                <a:lnTo>
                  <a:pt x="0" y="70689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6727" r="0" b="-1672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61882" y="8399337"/>
            <a:ext cx="3380208" cy="3084698"/>
          </a:xfrm>
          <a:custGeom>
            <a:avLst/>
            <a:gdLst/>
            <a:ahLst/>
            <a:cxnLst/>
            <a:rect r="r" b="b" t="t" l="l"/>
            <a:pathLst>
              <a:path h="3084698" w="3380208">
                <a:moveTo>
                  <a:pt x="0" y="0"/>
                </a:moveTo>
                <a:lnTo>
                  <a:pt x="3380208" y="0"/>
                </a:lnTo>
                <a:lnTo>
                  <a:pt x="3380208" y="3084698"/>
                </a:lnTo>
                <a:lnTo>
                  <a:pt x="0" y="3084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04892" y="-811600"/>
            <a:ext cx="10378556" cy="9641361"/>
          </a:xfrm>
          <a:custGeom>
            <a:avLst/>
            <a:gdLst/>
            <a:ahLst/>
            <a:cxnLst/>
            <a:rect r="r" b="b" t="t" l="l"/>
            <a:pathLst>
              <a:path h="9641361" w="10378556">
                <a:moveTo>
                  <a:pt x="0" y="0"/>
                </a:moveTo>
                <a:lnTo>
                  <a:pt x="10378556" y="0"/>
                </a:lnTo>
                <a:lnTo>
                  <a:pt x="10378556" y="9641361"/>
                </a:lnTo>
                <a:lnTo>
                  <a:pt x="0" y="96413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548227" y="-3994660"/>
            <a:ext cx="12869033" cy="6384796"/>
          </a:xfrm>
          <a:custGeom>
            <a:avLst/>
            <a:gdLst/>
            <a:ahLst/>
            <a:cxnLst/>
            <a:rect r="r" b="b" t="t" l="l"/>
            <a:pathLst>
              <a:path h="6384796" w="12869033">
                <a:moveTo>
                  <a:pt x="0" y="0"/>
                </a:moveTo>
                <a:lnTo>
                  <a:pt x="12869033" y="0"/>
                </a:lnTo>
                <a:lnTo>
                  <a:pt x="12869033" y="6384796"/>
                </a:lnTo>
                <a:lnTo>
                  <a:pt x="0" y="63847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3827403">
            <a:off x="11612214" y="5316481"/>
            <a:ext cx="6279545" cy="1610757"/>
            <a:chOff x="0" y="0"/>
            <a:chExt cx="8372727" cy="21476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72729" cy="2147697"/>
            </a:xfrm>
            <a:custGeom>
              <a:avLst/>
              <a:gdLst/>
              <a:ahLst/>
              <a:cxnLst/>
              <a:rect r="r" b="b" t="t" l="l"/>
              <a:pathLst>
                <a:path h="2147697" w="8372729">
                  <a:moveTo>
                    <a:pt x="0" y="0"/>
                  </a:moveTo>
                  <a:lnTo>
                    <a:pt x="8372729" y="0"/>
                  </a:lnTo>
                  <a:lnTo>
                    <a:pt x="8372729" y="2147697"/>
                  </a:lnTo>
                  <a:lnTo>
                    <a:pt x="0" y="2147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35000"/>
              </a:blip>
              <a:stretch>
                <a:fillRect l="0" t="-1147" r="0" b="-114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41850" y="-791503"/>
            <a:ext cx="9030215" cy="9921817"/>
            <a:chOff x="0" y="0"/>
            <a:chExt cx="12040286" cy="132290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08585" y="63500"/>
              <a:ext cx="10362565" cy="11641709"/>
            </a:xfrm>
            <a:custGeom>
              <a:avLst/>
              <a:gdLst/>
              <a:ahLst/>
              <a:cxnLst/>
              <a:rect r="r" b="b" t="t" l="l"/>
              <a:pathLst>
                <a:path h="11641709" w="10362565">
                  <a:moveTo>
                    <a:pt x="10227310" y="6322314"/>
                  </a:moveTo>
                  <a:lnTo>
                    <a:pt x="7424166" y="11140186"/>
                  </a:lnTo>
                  <a:cubicBezTo>
                    <a:pt x="7243572" y="11450701"/>
                    <a:pt x="6911467" y="11641709"/>
                    <a:pt x="6552311" y="11641709"/>
                  </a:cubicBezTo>
                  <a:lnTo>
                    <a:pt x="3810381" y="11641709"/>
                  </a:lnTo>
                  <a:cubicBezTo>
                    <a:pt x="3451225" y="11641709"/>
                    <a:pt x="3119120" y="11450701"/>
                    <a:pt x="2938526" y="11140186"/>
                  </a:cubicBezTo>
                  <a:lnTo>
                    <a:pt x="135255" y="6322314"/>
                  </a:lnTo>
                  <a:cubicBezTo>
                    <a:pt x="-45085" y="6012307"/>
                    <a:pt x="-45085" y="5629275"/>
                    <a:pt x="135255" y="5319395"/>
                  </a:cubicBezTo>
                  <a:lnTo>
                    <a:pt x="2938399" y="501523"/>
                  </a:lnTo>
                  <a:cubicBezTo>
                    <a:pt x="3118993" y="191008"/>
                    <a:pt x="3451098" y="0"/>
                    <a:pt x="3810381" y="0"/>
                  </a:cubicBezTo>
                  <a:lnTo>
                    <a:pt x="6552311" y="0"/>
                  </a:lnTo>
                  <a:cubicBezTo>
                    <a:pt x="6911467" y="0"/>
                    <a:pt x="7243572" y="191008"/>
                    <a:pt x="7424166" y="501523"/>
                  </a:cubicBezTo>
                  <a:lnTo>
                    <a:pt x="10227310" y="5319395"/>
                  </a:lnTo>
                  <a:cubicBezTo>
                    <a:pt x="10407650" y="5629402"/>
                    <a:pt x="10407650" y="6012307"/>
                    <a:pt x="10227310" y="6322314"/>
                  </a:cubicBezTo>
                  <a:close/>
                </a:path>
              </a:pathLst>
            </a:custGeom>
            <a:blipFill>
              <a:blip r:embed="rId14"/>
              <a:stretch>
                <a:fillRect l="-38699" t="-545" r="-52793" b="-13089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5053" y="0"/>
              <a:ext cx="10489755" cy="11768582"/>
            </a:xfrm>
            <a:custGeom>
              <a:avLst/>
              <a:gdLst/>
              <a:ahLst/>
              <a:cxnLst/>
              <a:rect r="r" b="b" t="t" l="l"/>
              <a:pathLst>
                <a:path h="11768582" w="10489755">
                  <a:moveTo>
                    <a:pt x="10345833" y="6417691"/>
                  </a:moveTo>
                  <a:lnTo>
                    <a:pt x="7542689" y="11235563"/>
                  </a:lnTo>
                  <a:lnTo>
                    <a:pt x="7487825" y="11203686"/>
                  </a:lnTo>
                  <a:lnTo>
                    <a:pt x="7542689" y="11235563"/>
                  </a:lnTo>
                  <a:cubicBezTo>
                    <a:pt x="7350665" y="11565509"/>
                    <a:pt x="6997733" y="11768582"/>
                    <a:pt x="6615844" y="11768582"/>
                  </a:cubicBezTo>
                  <a:lnTo>
                    <a:pt x="6615844" y="11705082"/>
                  </a:lnTo>
                  <a:lnTo>
                    <a:pt x="6615844" y="11768582"/>
                  </a:lnTo>
                  <a:lnTo>
                    <a:pt x="3873913" y="11768582"/>
                  </a:lnTo>
                  <a:lnTo>
                    <a:pt x="3873913" y="11705082"/>
                  </a:lnTo>
                  <a:lnTo>
                    <a:pt x="3873913" y="11768582"/>
                  </a:lnTo>
                  <a:cubicBezTo>
                    <a:pt x="3492151" y="11768582"/>
                    <a:pt x="3139091" y="11565509"/>
                    <a:pt x="2947067" y="11235563"/>
                  </a:cubicBezTo>
                  <a:lnTo>
                    <a:pt x="3001931" y="11203686"/>
                  </a:lnTo>
                  <a:lnTo>
                    <a:pt x="2947067" y="11235563"/>
                  </a:lnTo>
                  <a:lnTo>
                    <a:pt x="143923" y="6417691"/>
                  </a:lnTo>
                  <a:cubicBezTo>
                    <a:pt x="-47974" y="6087999"/>
                    <a:pt x="-47974" y="5680583"/>
                    <a:pt x="143923" y="5350891"/>
                  </a:cubicBezTo>
                  <a:lnTo>
                    <a:pt x="2947067" y="533019"/>
                  </a:lnTo>
                  <a:lnTo>
                    <a:pt x="3001931" y="564896"/>
                  </a:lnTo>
                  <a:lnTo>
                    <a:pt x="2947067" y="533019"/>
                  </a:lnTo>
                  <a:cubicBezTo>
                    <a:pt x="3139091" y="203073"/>
                    <a:pt x="3492024" y="0"/>
                    <a:pt x="3873913" y="0"/>
                  </a:cubicBezTo>
                  <a:lnTo>
                    <a:pt x="3873913" y="63500"/>
                  </a:lnTo>
                  <a:lnTo>
                    <a:pt x="3873913" y="0"/>
                  </a:lnTo>
                  <a:lnTo>
                    <a:pt x="6615843" y="0"/>
                  </a:lnTo>
                  <a:lnTo>
                    <a:pt x="6615843" y="63500"/>
                  </a:lnTo>
                  <a:lnTo>
                    <a:pt x="6615843" y="0"/>
                  </a:lnTo>
                  <a:cubicBezTo>
                    <a:pt x="6997605" y="0"/>
                    <a:pt x="7350665" y="203073"/>
                    <a:pt x="7542689" y="533019"/>
                  </a:cubicBezTo>
                  <a:lnTo>
                    <a:pt x="7487824" y="564896"/>
                  </a:lnTo>
                  <a:lnTo>
                    <a:pt x="7542689" y="533019"/>
                  </a:lnTo>
                  <a:lnTo>
                    <a:pt x="10345833" y="5350891"/>
                  </a:lnTo>
                  <a:cubicBezTo>
                    <a:pt x="10537730" y="5680583"/>
                    <a:pt x="10537730" y="6087999"/>
                    <a:pt x="10345833" y="6417691"/>
                  </a:cubicBezTo>
                  <a:moveTo>
                    <a:pt x="10236105" y="6353810"/>
                  </a:moveTo>
                  <a:lnTo>
                    <a:pt x="10290969" y="6385687"/>
                  </a:lnTo>
                  <a:lnTo>
                    <a:pt x="10236105" y="6353810"/>
                  </a:lnTo>
                  <a:cubicBezTo>
                    <a:pt x="10405015" y="6063615"/>
                    <a:pt x="10405015" y="5704967"/>
                    <a:pt x="10236105" y="5414772"/>
                  </a:cubicBezTo>
                  <a:lnTo>
                    <a:pt x="10290969" y="5382895"/>
                  </a:lnTo>
                  <a:lnTo>
                    <a:pt x="10236105" y="5414772"/>
                  </a:lnTo>
                  <a:lnTo>
                    <a:pt x="7432834" y="596900"/>
                  </a:lnTo>
                  <a:cubicBezTo>
                    <a:pt x="7263543" y="305943"/>
                    <a:pt x="6952393" y="127000"/>
                    <a:pt x="6615843" y="127000"/>
                  </a:cubicBezTo>
                  <a:lnTo>
                    <a:pt x="3873913" y="127000"/>
                  </a:lnTo>
                  <a:cubicBezTo>
                    <a:pt x="3537363" y="127000"/>
                    <a:pt x="3226086" y="305943"/>
                    <a:pt x="3056922" y="596900"/>
                  </a:cubicBezTo>
                  <a:lnTo>
                    <a:pt x="253651" y="5414772"/>
                  </a:lnTo>
                  <a:lnTo>
                    <a:pt x="198787" y="5382895"/>
                  </a:lnTo>
                  <a:lnTo>
                    <a:pt x="253651" y="5414772"/>
                  </a:lnTo>
                  <a:cubicBezTo>
                    <a:pt x="84741" y="5704967"/>
                    <a:pt x="84741" y="6063615"/>
                    <a:pt x="253651" y="6353810"/>
                  </a:cubicBezTo>
                  <a:lnTo>
                    <a:pt x="198787" y="6385687"/>
                  </a:lnTo>
                  <a:lnTo>
                    <a:pt x="253651" y="6353810"/>
                  </a:lnTo>
                  <a:lnTo>
                    <a:pt x="3056795" y="11171682"/>
                  </a:lnTo>
                  <a:cubicBezTo>
                    <a:pt x="3226086" y="11462638"/>
                    <a:pt x="3537236" y="11641582"/>
                    <a:pt x="3873786" y="11641582"/>
                  </a:cubicBezTo>
                  <a:lnTo>
                    <a:pt x="6615716" y="11641582"/>
                  </a:lnTo>
                  <a:cubicBezTo>
                    <a:pt x="6952266" y="11641582"/>
                    <a:pt x="7263543" y="11462638"/>
                    <a:pt x="7432707" y="11171682"/>
                  </a:cubicBezTo>
                  <a:lnTo>
                    <a:pt x="10235978" y="635381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45162" y="5918951"/>
            <a:ext cx="1245865" cy="1173887"/>
          </a:xfrm>
          <a:custGeom>
            <a:avLst/>
            <a:gdLst/>
            <a:ahLst/>
            <a:cxnLst/>
            <a:rect r="r" b="b" t="t" l="l"/>
            <a:pathLst>
              <a:path h="1173887" w="1245865">
                <a:moveTo>
                  <a:pt x="0" y="0"/>
                </a:moveTo>
                <a:lnTo>
                  <a:pt x="1245864" y="0"/>
                </a:lnTo>
                <a:lnTo>
                  <a:pt x="1245864" y="1173887"/>
                </a:lnTo>
                <a:lnTo>
                  <a:pt x="0" y="117388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236500" y="5897568"/>
            <a:ext cx="1289658" cy="1214088"/>
          </a:xfrm>
          <a:custGeom>
            <a:avLst/>
            <a:gdLst/>
            <a:ahLst/>
            <a:cxnLst/>
            <a:rect r="r" b="b" t="t" l="l"/>
            <a:pathLst>
              <a:path h="1214088" w="1289658">
                <a:moveTo>
                  <a:pt x="0" y="0"/>
                </a:moveTo>
                <a:lnTo>
                  <a:pt x="1289658" y="0"/>
                </a:lnTo>
                <a:lnTo>
                  <a:pt x="1289658" y="1214088"/>
                </a:lnTo>
                <a:lnTo>
                  <a:pt x="0" y="121408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5162" y="7560623"/>
            <a:ext cx="1245865" cy="1173887"/>
          </a:xfrm>
          <a:custGeom>
            <a:avLst/>
            <a:gdLst/>
            <a:ahLst/>
            <a:cxnLst/>
            <a:rect r="r" b="b" t="t" l="l"/>
            <a:pathLst>
              <a:path h="1173887" w="1245865">
                <a:moveTo>
                  <a:pt x="0" y="0"/>
                </a:moveTo>
                <a:lnTo>
                  <a:pt x="1245864" y="0"/>
                </a:lnTo>
                <a:lnTo>
                  <a:pt x="1245864" y="1173887"/>
                </a:lnTo>
                <a:lnTo>
                  <a:pt x="0" y="117388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258397" y="7560623"/>
            <a:ext cx="1245865" cy="1173887"/>
          </a:xfrm>
          <a:custGeom>
            <a:avLst/>
            <a:gdLst/>
            <a:ahLst/>
            <a:cxnLst/>
            <a:rect r="r" b="b" t="t" l="l"/>
            <a:pathLst>
              <a:path h="1173887" w="1245865">
                <a:moveTo>
                  <a:pt x="0" y="0"/>
                </a:moveTo>
                <a:lnTo>
                  <a:pt x="1245864" y="0"/>
                </a:lnTo>
                <a:lnTo>
                  <a:pt x="1245864" y="1173887"/>
                </a:lnTo>
                <a:lnTo>
                  <a:pt x="0" y="117388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05557" y="9761384"/>
            <a:ext cx="4377976" cy="718812"/>
          </a:xfrm>
          <a:custGeom>
            <a:avLst/>
            <a:gdLst/>
            <a:ahLst/>
            <a:cxnLst/>
            <a:rect r="r" b="b" t="t" l="l"/>
            <a:pathLst>
              <a:path h="718812" w="4377976">
                <a:moveTo>
                  <a:pt x="0" y="0"/>
                </a:moveTo>
                <a:lnTo>
                  <a:pt x="4377976" y="0"/>
                </a:lnTo>
                <a:lnTo>
                  <a:pt x="4377976" y="718812"/>
                </a:lnTo>
                <a:lnTo>
                  <a:pt x="0" y="71881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0909" y="7907499"/>
            <a:ext cx="554370" cy="555064"/>
          </a:xfrm>
          <a:custGeom>
            <a:avLst/>
            <a:gdLst/>
            <a:ahLst/>
            <a:cxnLst/>
            <a:rect r="r" b="b" t="t" l="l"/>
            <a:pathLst>
              <a:path h="555064" w="554370">
                <a:moveTo>
                  <a:pt x="0" y="0"/>
                </a:moveTo>
                <a:lnTo>
                  <a:pt x="554370" y="0"/>
                </a:lnTo>
                <a:lnTo>
                  <a:pt x="554370" y="555064"/>
                </a:lnTo>
                <a:lnTo>
                  <a:pt x="0" y="55506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62" t="0" r="-62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65696" y="6240682"/>
            <a:ext cx="605355" cy="605355"/>
          </a:xfrm>
          <a:custGeom>
            <a:avLst/>
            <a:gdLst/>
            <a:ahLst/>
            <a:cxnLst/>
            <a:rect r="r" b="b" t="t" l="l"/>
            <a:pathLst>
              <a:path h="605355" w="605355">
                <a:moveTo>
                  <a:pt x="0" y="0"/>
                </a:moveTo>
                <a:lnTo>
                  <a:pt x="605355" y="0"/>
                </a:lnTo>
                <a:lnTo>
                  <a:pt x="605355" y="605355"/>
                </a:lnTo>
                <a:lnTo>
                  <a:pt x="0" y="60535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578368" y="7847939"/>
            <a:ext cx="605922" cy="674183"/>
          </a:xfrm>
          <a:custGeom>
            <a:avLst/>
            <a:gdLst/>
            <a:ahLst/>
            <a:cxnLst/>
            <a:rect r="r" b="b" t="t" l="l"/>
            <a:pathLst>
              <a:path h="674183" w="605922">
                <a:moveTo>
                  <a:pt x="0" y="0"/>
                </a:moveTo>
                <a:lnTo>
                  <a:pt x="605922" y="0"/>
                </a:lnTo>
                <a:lnTo>
                  <a:pt x="605922" y="674183"/>
                </a:lnTo>
                <a:lnTo>
                  <a:pt x="0" y="67418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147" t="0" r="-147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567993" y="6308357"/>
            <a:ext cx="626673" cy="470005"/>
          </a:xfrm>
          <a:custGeom>
            <a:avLst/>
            <a:gdLst/>
            <a:ahLst/>
            <a:cxnLst/>
            <a:rect r="r" b="b" t="t" l="l"/>
            <a:pathLst>
              <a:path h="470005" w="626673">
                <a:moveTo>
                  <a:pt x="0" y="0"/>
                </a:moveTo>
                <a:lnTo>
                  <a:pt x="626673" y="0"/>
                </a:lnTo>
                <a:lnTo>
                  <a:pt x="626673" y="470005"/>
                </a:lnTo>
                <a:lnTo>
                  <a:pt x="0" y="470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-505" r="0" b="-50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864858" y="9812324"/>
            <a:ext cx="1177504" cy="797759"/>
          </a:xfrm>
          <a:custGeom>
            <a:avLst/>
            <a:gdLst/>
            <a:ahLst/>
            <a:cxnLst/>
            <a:rect r="r" b="b" t="t" l="l"/>
            <a:pathLst>
              <a:path h="797759" w="1177504">
                <a:moveTo>
                  <a:pt x="0" y="0"/>
                </a:moveTo>
                <a:lnTo>
                  <a:pt x="1177504" y="0"/>
                </a:lnTo>
                <a:lnTo>
                  <a:pt x="1177504" y="797759"/>
                </a:lnTo>
                <a:lnTo>
                  <a:pt x="0" y="797759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588752" y="-398880"/>
            <a:ext cx="1177504" cy="797759"/>
          </a:xfrm>
          <a:custGeom>
            <a:avLst/>
            <a:gdLst/>
            <a:ahLst/>
            <a:cxnLst/>
            <a:rect r="r" b="b" t="t" l="l"/>
            <a:pathLst>
              <a:path h="797759" w="1177504">
                <a:moveTo>
                  <a:pt x="0" y="0"/>
                </a:moveTo>
                <a:lnTo>
                  <a:pt x="1177504" y="0"/>
                </a:lnTo>
                <a:lnTo>
                  <a:pt x="1177504" y="797759"/>
                </a:lnTo>
                <a:lnTo>
                  <a:pt x="0" y="797759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2390136"/>
            <a:ext cx="7786186" cy="289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5"/>
              </a:lnSpc>
            </a:pPr>
            <a:r>
              <a:rPr lang="en-US" sz="9529" b="true">
                <a:solidFill>
                  <a:srgbClr val="243B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BIG THANKS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70902" y="6225224"/>
            <a:ext cx="4338151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www.infologia.in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84137" y="6225224"/>
            <a:ext cx="3547576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info@infologia.in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70902" y="7866896"/>
            <a:ext cx="3547576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044-3555 8065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84137" y="7560023"/>
            <a:ext cx="4669473" cy="195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No 15, 3rd Floor, Sarayu Park, 2rd 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43B55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Main Road, New Colony, Chromepet Chennai - 44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2436" y="923949"/>
            <a:ext cx="6868893" cy="56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2981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INFOLOGIA TECHNOLOGIES PVT LTD 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67409" y="916258"/>
            <a:ext cx="616628" cy="616628"/>
            <a:chOff x="0" y="0"/>
            <a:chExt cx="822170" cy="8221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0"/>
                  </a:moveTo>
                  <a:lnTo>
                    <a:pt x="822198" y="0"/>
                  </a:lnTo>
                  <a:lnTo>
                    <a:pt x="822198" y="822198"/>
                  </a:lnTo>
                  <a:lnTo>
                    <a:pt x="0" y="822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3" b="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DAG7rV6-NG0</dc:identifier>
  <dcterms:modified xsi:type="dcterms:W3CDTF">2011-08-01T06:04:30Z</dcterms:modified>
  <cp:revision>1</cp:revision>
  <dc:title>Infologia Business Profile.pptx</dc:title>
</cp:coreProperties>
</file>